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kDDJsRUehTinp86NfTt2ri8sj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/>
              <a:t>CIRCULAR QUEUES</a:t>
            </a:r>
            <a:endParaRPr b="1"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9965" y="281999"/>
            <a:ext cx="1503835" cy="156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CIRCULAR QUEUES</a:t>
            </a:r>
            <a:endParaRPr b="1"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422400"/>
            <a:ext cx="4906818" cy="475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Circular Queue is a variation of the traditional linear queue, where the last element connects back to the first element, forming a circular structure.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This ensures continuous use of memory and efficient space utilization.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front and rear pointers wrap around the array, allowing us to enqueue elements at the rear and dequeue elements from the front while keeping the logical order intact.</a:t>
            </a:r>
            <a:endParaRPr sz="2400"/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3954" y="1422400"/>
            <a:ext cx="2870910" cy="428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49965" y="281999"/>
            <a:ext cx="1503835" cy="156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Need for Circular Queue</a:t>
            </a:r>
            <a:endParaRPr b="1"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 a standard linear queue implemented using arrays, there is a limitation in reusing the vacant spaces left after dequeueing elements. </a:t>
            </a:r>
            <a:endParaRPr/>
          </a:p>
          <a:p>
            <a:pPr indent="-22860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As elements are dequeued from the front, the queue's front pointer moves forward, leaving unused memory space at the beginning. This inefficient memory usage can be overcome with the Circular Queue.</a:t>
            </a:r>
            <a:endParaRPr sz="2400"/>
          </a:p>
        </p:txBody>
      </p:sp>
      <p:pic>
        <p:nvPicPr>
          <p:cNvPr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9965" y="281999"/>
            <a:ext cx="1503835" cy="156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Circular Queue Operations</a:t>
            </a:r>
            <a:endParaRPr b="1"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• </a:t>
            </a:r>
            <a:r>
              <a:rPr lang="en-US" sz="2400"/>
              <a:t>Enqueue: Adding an element to the rear of the queue.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• Dequeue: Removing an element from the front of the queue.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• Front: Accessing the front element of the queue without removing it.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• Rear: Accessing the rear element of the queue without removing it.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• IsEmpty: Checking if the queue is empty.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• IsFull: Checking if the queue is full.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9965" y="281999"/>
            <a:ext cx="1503835" cy="156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Circular Queue Implementation</a:t>
            </a:r>
            <a:endParaRPr b="1"/>
          </a:p>
        </p:txBody>
      </p:sp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CircularQueue: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    max_size   // maximum size of the Circular Queue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    queue      // an array to hold the elements of the Circular Queue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    front      // pointer to the front of the Circular Queue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    rear       // pointer to the rear of the Circular Queue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 </a:t>
            </a:r>
            <a:r>
              <a:rPr b="1" lang="en-US" sz="4400"/>
              <a:t> Constructor to initialize the Circular Queue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 CircularQueue(max_size):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        max_size = max_size</a:t>
            </a:r>
            <a:endParaRPr sz="4400"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        queue = [None] * max_size</a:t>
            </a:r>
            <a:endParaRPr sz="4400"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        front = rear = -1</a:t>
            </a:r>
            <a:endParaRPr/>
          </a:p>
          <a:p>
            <a:pPr indent="-15748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9965" y="281999"/>
            <a:ext cx="1503835" cy="156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 Function to check if the Circular Queue is empty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is_empty():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return front == -1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 Function to check if the Circular Queue is full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is_full():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return (rear + 1) % max_size == front</a:t>
            </a:r>
            <a:endParaRPr/>
          </a:p>
        </p:txBody>
      </p:sp>
      <p:pic>
        <p:nvPicPr>
          <p:cNvPr id="120" name="Google Shape;12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9965" y="281999"/>
            <a:ext cx="1503835" cy="156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Enqueue</a:t>
            </a:r>
            <a:endParaRPr b="1"/>
          </a:p>
        </p:txBody>
      </p:sp>
      <p:sp>
        <p:nvSpPr>
          <p:cNvPr id="126" name="Google Shape;126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enqueue(data):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if is_full():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// The Circular Queue is full, enqueue operation cannot be performed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return "Queue is full"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if is_empty():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// If the Circular Queue is empty, set both front and rear to 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front = rear = 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else: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// Increment the rear pointer in a circular manner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rear = (rear + 1) % max_size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// Add the new element to the rear of the Circular Queue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queue[rear] = data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"Enqueued element"</a:t>
            </a:r>
            <a:endParaRPr/>
          </a:p>
        </p:txBody>
      </p:sp>
      <p:pic>
        <p:nvPicPr>
          <p:cNvPr id="127" name="Google Shape;12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9965" y="281999"/>
            <a:ext cx="1503835" cy="156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Dequeue</a:t>
            </a:r>
            <a:endParaRPr b="1"/>
          </a:p>
        </p:txBody>
      </p:sp>
      <p:sp>
        <p:nvSpPr>
          <p:cNvPr id="133" name="Google Shape;133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dequeue():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if is_empty():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// The Circular Queue is empty, dequeue operation cannot be performed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return "Queue is empty"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// Get the element to dequeue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data_to_dequeue = queue[front]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if front == rear: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// If there is only one element, reset front and rear to -1 to indicate an empty queue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front = rear = -1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else: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// Increment the front pointer in a circular manner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front = (front + 1) % max_size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data_to_dequeue</a:t>
            </a:r>
            <a:endParaRPr/>
          </a:p>
        </p:txBody>
      </p:sp>
      <p:pic>
        <p:nvPicPr>
          <p:cNvPr id="134" name="Google Shape;13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9965" y="281999"/>
            <a:ext cx="1503835" cy="156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Front element of the Circular Queue</a:t>
            </a:r>
            <a:endParaRPr b="1"/>
          </a:p>
        </p:txBody>
      </p:sp>
      <p:sp>
        <p:nvSpPr>
          <p:cNvPr id="140" name="Google Shape;140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peek_front():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if is_empty():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// The Circular Queue is empty, no front element to peek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return "Queue is empty"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return queue[front]</a:t>
            </a:r>
            <a:endParaRPr/>
          </a:p>
        </p:txBody>
      </p:sp>
      <p:pic>
        <p:nvPicPr>
          <p:cNvPr id="141" name="Google Shape;14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9965" y="281999"/>
            <a:ext cx="1503835" cy="156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Rear element of the Circular Queue</a:t>
            </a:r>
            <a:endParaRPr b="1"/>
          </a:p>
        </p:txBody>
      </p:sp>
      <p:sp>
        <p:nvSpPr>
          <p:cNvPr id="147" name="Google Shape;14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peek_rear():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if is_empty():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// The Circular Queue is empty, no rear element to peek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return "Queue is empty"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return queue[rear]</a:t>
            </a:r>
            <a:endParaRPr/>
          </a:p>
        </p:txBody>
      </p:sp>
      <p:pic>
        <p:nvPicPr>
          <p:cNvPr id="148" name="Google Shape;14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9965" y="281999"/>
            <a:ext cx="1503835" cy="156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Advantages of Circular Queue</a:t>
            </a:r>
            <a:endParaRPr b="1"/>
          </a:p>
        </p:txBody>
      </p:sp>
      <p:sp>
        <p:nvSpPr>
          <p:cNvPr id="154" name="Google Shape;154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1.	Efficient Memory Utilization: Circular Queues overcome the issue of wasted space by reusing the vacant slots.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2.	Simplicity in Implementation: They can be implemented using arrays, which are contiguous blocks of memory.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3.	Continuous Data Flow: Circular Queues allow continuous data flow without the need for resetting the front pointer.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55" name="Google Shape;15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9965" y="281999"/>
            <a:ext cx="1503835" cy="156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Applications of Circular Queues</a:t>
            </a:r>
            <a:endParaRPr b="1"/>
          </a:p>
        </p:txBody>
      </p:sp>
      <p:sp>
        <p:nvSpPr>
          <p:cNvPr id="161" name="Google Shape;161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•	Printer Spooling: Managing print jobs in a printer queue.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•	CPU Task Scheduling: Scheduling tasks in operating systems.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•	Buffer Management in Networking: Handling data packets in network routers.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62" name="Google Shape;16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9965" y="281999"/>
            <a:ext cx="1503835" cy="156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Review Questions</a:t>
            </a:r>
            <a:br>
              <a:rPr lang="en-US"/>
            </a:br>
            <a:endParaRPr/>
          </a:p>
        </p:txBody>
      </p:sp>
      <p:sp>
        <p:nvSpPr>
          <p:cNvPr id="168" name="Google Shape;168;p13"/>
          <p:cNvSpPr txBox="1"/>
          <p:nvPr>
            <p:ph idx="1" type="body"/>
          </p:nvPr>
        </p:nvSpPr>
        <p:spPr>
          <a:xfrm>
            <a:off x="838200" y="1126836"/>
            <a:ext cx="10515600" cy="5050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1. Explain the concept of a circular queue? How is it better than a linear queue?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2. Draw the queue structure in each case when the following operations are performed on an empty queue.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(a)Add A, B, C, D, E, F. (b) Delete two letters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(c) Add G (d) Add 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(e) Delete four letters (f) Add I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3. The circular queue will be full only when _____.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(a) FRONT=MAX-1 and REAR=MAX-1 (b) FRONT=0 and REAR=MAX-1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(c) FRONT=MAX-1 and REAR=0. (d) FRONT=0 and REAR=0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4. The function that deletes values from a queue is called ______.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(a) Enqueue (b)dequeue</a:t>
            </a:r>
            <a:endParaRPr sz="4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(c) Pop (d) peek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5. New nodes are added at of the queue.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6. _________ allows insertion of elements at either ends but not in the middle.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7. A queue is a _____ data structure in which the element that is inserted first is the first one to be taken out.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8. In a circular queue, the first index comes after the ______ index.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9. In the computer’s memory, queues can be implemented using _________ and _______.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10. The storage requirement of linked representation of queue with n elements is ____ and the typical time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400"/>
              <a:t>requirement for operations is _______.</a:t>
            </a:r>
            <a:endParaRPr/>
          </a:p>
          <a:p>
            <a:pPr indent="-17081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69" name="Google Shape;16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9965" y="281999"/>
            <a:ext cx="1503835" cy="156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2023-08-18T04:06:33Z</dcterms:created>
  <dc:creator>Lenovo</dc:creator>
</cp:coreProperties>
</file>