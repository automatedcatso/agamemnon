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 id="2147483666" r:id="rId5"/>
    <p:sldMasterId id="2147483679" r:id="rId6"/>
    <p:sldMasterId id="2147483692" r:id="rId7"/>
    <p:sldMasterId id="2147483705" r:id="rId8"/>
    <p:sldMasterId id="2147483718" r:id="rId9"/>
    <p:sldMasterId id="2147483731" r:id="rId10"/>
    <p:sldMasterId id="2147483744"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3" roundtripDataSignature="AMtx7mhmBfE7V4pEldWrj40xPG34hAZC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8.xml"/><Relationship Id="rId20" Type="http://schemas.openxmlformats.org/officeDocument/2006/relationships/slide" Target="slides/slide8.xml"/><Relationship Id="rId42" Type="http://schemas.openxmlformats.org/officeDocument/2006/relationships/slide" Target="slides/slide30.xml"/><Relationship Id="rId41" Type="http://schemas.openxmlformats.org/officeDocument/2006/relationships/slide" Target="slides/slide29.xml"/><Relationship Id="rId22" Type="http://schemas.openxmlformats.org/officeDocument/2006/relationships/slide" Target="slides/slide10.xml"/><Relationship Id="rId21" Type="http://schemas.openxmlformats.org/officeDocument/2006/relationships/slide" Target="slides/slide9.xml"/><Relationship Id="rId43" Type="http://customschemas.google.com/relationships/presentationmetadata" Target="metadata"/><Relationship Id="rId24" Type="http://schemas.openxmlformats.org/officeDocument/2006/relationships/slide" Target="slides/slide12.xml"/><Relationship Id="rId23" Type="http://schemas.openxmlformats.org/officeDocument/2006/relationships/slide" Target="slides/slide11.xml"/><Relationship Id="rId1" Type="http://schemas.openxmlformats.org/officeDocument/2006/relationships/theme" Target="theme/theme7.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4.xml"/><Relationship Id="rId25" Type="http://schemas.openxmlformats.org/officeDocument/2006/relationships/slide" Target="slides/slide13.xml"/><Relationship Id="rId28" Type="http://schemas.openxmlformats.org/officeDocument/2006/relationships/slide" Target="slides/slide16.xml"/><Relationship Id="rId27" Type="http://schemas.openxmlformats.org/officeDocument/2006/relationships/slide" Target="slides/slide15.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17.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9.xml"/><Relationship Id="rId30" Type="http://schemas.openxmlformats.org/officeDocument/2006/relationships/slide" Target="slides/slide18.xml"/><Relationship Id="rId11" Type="http://schemas.openxmlformats.org/officeDocument/2006/relationships/slideMaster" Target="slideMasters/slideMaster8.xml"/><Relationship Id="rId33" Type="http://schemas.openxmlformats.org/officeDocument/2006/relationships/slide" Target="slides/slide21.xml"/><Relationship Id="rId10" Type="http://schemas.openxmlformats.org/officeDocument/2006/relationships/slideMaster" Target="slideMasters/slideMaster7.xml"/><Relationship Id="rId32" Type="http://schemas.openxmlformats.org/officeDocument/2006/relationships/slide" Target="slides/slide20.xml"/><Relationship Id="rId13" Type="http://schemas.openxmlformats.org/officeDocument/2006/relationships/slide" Target="slides/slide1.xml"/><Relationship Id="rId35" Type="http://schemas.openxmlformats.org/officeDocument/2006/relationships/slide" Target="slides/slide23.xml"/><Relationship Id="rId12" Type="http://schemas.openxmlformats.org/officeDocument/2006/relationships/notesMaster" Target="notesMasters/notesMaster1.xml"/><Relationship Id="rId34" Type="http://schemas.openxmlformats.org/officeDocument/2006/relationships/slide" Target="slides/slide22.xml"/><Relationship Id="rId15" Type="http://schemas.openxmlformats.org/officeDocument/2006/relationships/slide" Target="slides/slide3.xml"/><Relationship Id="rId37" Type="http://schemas.openxmlformats.org/officeDocument/2006/relationships/slide" Target="slides/slide25.xml"/><Relationship Id="rId14" Type="http://schemas.openxmlformats.org/officeDocument/2006/relationships/slide" Target="slides/slide2.xml"/><Relationship Id="rId36" Type="http://schemas.openxmlformats.org/officeDocument/2006/relationships/slide" Target="slides/slide24.xml"/><Relationship Id="rId17" Type="http://schemas.openxmlformats.org/officeDocument/2006/relationships/slide" Target="slides/slide5.xml"/><Relationship Id="rId39" Type="http://schemas.openxmlformats.org/officeDocument/2006/relationships/slide" Target="slides/slide27.xml"/><Relationship Id="rId16" Type="http://schemas.openxmlformats.org/officeDocument/2006/relationships/slide" Target="slides/slide4.xml"/><Relationship Id="rId38" Type="http://schemas.openxmlformats.org/officeDocument/2006/relationships/slide" Target="slides/slide26.xml"/><Relationship Id="rId19" Type="http://schemas.openxmlformats.org/officeDocument/2006/relationships/slide" Target="slides/slide7.xml"/><Relationship Id="rId18"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697" name="Google Shape;69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8" name="Google Shape;72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9" name="Google Shape;77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7" name="Google Shape;79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3" name="Google Shape;83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7" name="Google Shape;89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9" name="Google Shape;94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6" name="Google Shape;95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2" name="Google Shape;96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032" name="Google Shape;103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086" name="Google Shape;108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124" name="Google Shape;112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0" name="Google Shape;116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2" name="Google Shape;117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2800"/>
              <a:buFont typeface="Times New Roman"/>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5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8" name="Google Shape;28;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Times New Roman"/>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Times New Roman"/>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0" name="Google Shape;40;p5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1" name="Google Shape;41;p5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2" name="Google Shape;42;p5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3" name="Google Shape;43;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5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Times New Roman"/>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49" name="Google Shape;49;p5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0" name="Google Shape;50;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3" name="Shape 53"/>
        <p:cNvGrpSpPr/>
        <p:nvPr/>
      </p:nvGrpSpPr>
      <p:grpSpPr>
        <a:xfrm>
          <a:off x="0" y="0"/>
          <a:ext cx="0" cy="0"/>
          <a:chOff x="0" y="0"/>
          <a:chExt cx="0" cy="0"/>
        </a:xfrm>
      </p:grpSpPr>
      <p:sp>
        <p:nvSpPr>
          <p:cNvPr id="54" name="Google Shape;54;p5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Times New Roman"/>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4"/>
          <p:cNvSpPr/>
          <p:nvPr>
            <p:ph idx="2" type="pic"/>
          </p:nvPr>
        </p:nvSpPr>
        <p:spPr>
          <a:xfrm>
            <a:off x="1792288" y="612775"/>
            <a:ext cx="5486400" cy="4114800"/>
          </a:xfrm>
          <a:prstGeom prst="rect">
            <a:avLst/>
          </a:prstGeom>
          <a:noFill/>
          <a:ln>
            <a:noFill/>
          </a:ln>
        </p:spPr>
      </p:sp>
      <p:sp>
        <p:nvSpPr>
          <p:cNvPr id="56" name="Google Shape;56;p5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7" name="Google Shape;57;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0" name="Shape 60"/>
        <p:cNvGrpSpPr/>
        <p:nvPr/>
      </p:nvGrpSpPr>
      <p:grpSpPr>
        <a:xfrm>
          <a:off x="0" y="0"/>
          <a:ext cx="0" cy="0"/>
          <a:chOff x="0" y="0"/>
          <a:chExt cx="0" cy="0"/>
        </a:xfrm>
      </p:grpSpPr>
      <p:sp>
        <p:nvSpPr>
          <p:cNvPr id="61" name="Google Shape;61;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5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3" name="Google Shape;63;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6" name="Shape 66"/>
        <p:cNvGrpSpPr/>
        <p:nvPr/>
      </p:nvGrpSpPr>
      <p:grpSpPr>
        <a:xfrm>
          <a:off x="0" y="0"/>
          <a:ext cx="0" cy="0"/>
          <a:chOff x="0" y="0"/>
          <a:chExt cx="0" cy="0"/>
        </a:xfrm>
      </p:grpSpPr>
      <p:sp>
        <p:nvSpPr>
          <p:cNvPr id="67" name="Google Shape;67;p5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 name="Google Shape;69;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72" name="Shape 72"/>
        <p:cNvGrpSpPr/>
        <p:nvPr/>
      </p:nvGrpSpPr>
      <p:grpSpPr>
        <a:xfrm>
          <a:off x="0" y="0"/>
          <a:ext cx="0" cy="0"/>
          <a:chOff x="0" y="0"/>
          <a:chExt cx="0" cy="0"/>
        </a:xfrm>
      </p:grpSpPr>
      <p:sp>
        <p:nvSpPr>
          <p:cNvPr id="73" name="Google Shape;73;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4400"/>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Char char="•"/>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75" name="Google Shape;75;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78" name="Shape 78"/>
        <p:cNvGrpSpPr/>
        <p:nvPr/>
      </p:nvGrpSpPr>
      <p:grpSpPr>
        <a:xfrm>
          <a:off x="0" y="0"/>
          <a:ext cx="0" cy="0"/>
          <a:chOff x="0" y="0"/>
          <a:chExt cx="0" cy="0"/>
        </a:xfrm>
      </p:grpSpPr>
      <p:sp>
        <p:nvSpPr>
          <p:cNvPr id="79" name="Google Shape;79;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4400"/>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Char char="•"/>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81" name="Google Shape;81;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84" name="Shape 84"/>
        <p:cNvGrpSpPr/>
        <p:nvPr/>
      </p:nvGrpSpPr>
      <p:grpSpPr>
        <a:xfrm>
          <a:off x="0" y="0"/>
          <a:ext cx="0" cy="0"/>
          <a:chOff x="0" y="0"/>
          <a:chExt cx="0" cy="0"/>
        </a:xfrm>
      </p:grpSpPr>
      <p:sp>
        <p:nvSpPr>
          <p:cNvPr id="85" name="Google Shape;85;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4400"/>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Char char="•"/>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87" name="Google Shape;87;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90" name="Shape 90"/>
        <p:cNvGrpSpPr/>
        <p:nvPr/>
      </p:nvGrpSpPr>
      <p:grpSpPr>
        <a:xfrm>
          <a:off x="0" y="0"/>
          <a:ext cx="0" cy="0"/>
          <a:chOff x="0" y="0"/>
          <a:chExt cx="0" cy="0"/>
        </a:xfrm>
      </p:grpSpPr>
      <p:sp>
        <p:nvSpPr>
          <p:cNvPr id="91" name="Google Shape;91;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4400"/>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6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Char char="•"/>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93" name="Google Shape;93;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96" name="Shape 96"/>
        <p:cNvGrpSpPr/>
        <p:nvPr/>
      </p:nvGrpSpPr>
      <p:grpSpPr>
        <a:xfrm>
          <a:off x="0" y="0"/>
          <a:ext cx="0" cy="0"/>
          <a:chOff x="0" y="0"/>
          <a:chExt cx="0" cy="0"/>
        </a:xfrm>
      </p:grpSpPr>
      <p:sp>
        <p:nvSpPr>
          <p:cNvPr id="97" name="Google Shape;97;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4400"/>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Char char="•"/>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99" name="Google Shape;99;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102" name="Shape 102"/>
        <p:cNvGrpSpPr/>
        <p:nvPr/>
      </p:nvGrpSpPr>
      <p:grpSpPr>
        <a:xfrm>
          <a:off x="0" y="0"/>
          <a:ext cx="0" cy="0"/>
          <a:chOff x="0" y="0"/>
          <a:chExt cx="0" cy="0"/>
        </a:xfrm>
      </p:grpSpPr>
      <p:sp>
        <p:nvSpPr>
          <p:cNvPr id="103" name="Google Shape;103;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4400"/>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6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Char char="•"/>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105" name="Google Shape;105;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and Content">
  <p:cSld name="7_Title and Content">
    <p:spTree>
      <p:nvGrpSpPr>
        <p:cNvPr id="108" name="Shape 108"/>
        <p:cNvGrpSpPr/>
        <p:nvPr/>
      </p:nvGrpSpPr>
      <p:grpSpPr>
        <a:xfrm>
          <a:off x="0" y="0"/>
          <a:ext cx="0" cy="0"/>
          <a:chOff x="0" y="0"/>
          <a:chExt cx="0" cy="0"/>
        </a:xfrm>
      </p:grpSpPr>
      <p:sp>
        <p:nvSpPr>
          <p:cNvPr id="109" name="Google Shape;109;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4400"/>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6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Char char="•"/>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111" name="Google Shape;111;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spTree>
      <p:nvGrpSpPr>
        <p:cNvPr id="114" name="Shape 114"/>
        <p:cNvGrpSpPr/>
        <p:nvPr/>
      </p:nvGrpSpPr>
      <p:grpSpPr>
        <a:xfrm>
          <a:off x="0" y="0"/>
          <a:ext cx="0" cy="0"/>
          <a:chOff x="0" y="0"/>
          <a:chExt cx="0" cy="0"/>
        </a:xfrm>
      </p:grpSpPr>
      <p:sp>
        <p:nvSpPr>
          <p:cNvPr id="115" name="Google Shape;115;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4400"/>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6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Char char="•"/>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117" name="Google Shape;117;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6" name="Shape 126"/>
        <p:cNvGrpSpPr/>
        <p:nvPr/>
      </p:nvGrpSpPr>
      <p:grpSpPr>
        <a:xfrm>
          <a:off x="0" y="0"/>
          <a:ext cx="0" cy="0"/>
          <a:chOff x="0" y="0"/>
          <a:chExt cx="0" cy="0"/>
        </a:xfrm>
      </p:grpSpPr>
      <p:sp>
        <p:nvSpPr>
          <p:cNvPr id="127" name="Google Shape;127;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34"/>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9" name="Google Shape;129;p34"/>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34"/>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4"/>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2" name="Shape 132"/>
        <p:cNvGrpSpPr/>
        <p:nvPr/>
      </p:nvGrpSpPr>
      <p:grpSpPr>
        <a:xfrm>
          <a:off x="0" y="0"/>
          <a:ext cx="0" cy="0"/>
          <a:chOff x="0" y="0"/>
          <a:chExt cx="0" cy="0"/>
        </a:xfrm>
      </p:grpSpPr>
      <p:sp>
        <p:nvSpPr>
          <p:cNvPr id="133" name="Google Shape;133;p65"/>
          <p:cNvSpPr txBox="1"/>
          <p:nvPr>
            <p:ph type="ctrTitle"/>
          </p:nvPr>
        </p:nvSpPr>
        <p:spPr>
          <a:xfrm>
            <a:off x="685800" y="2130427"/>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6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20"/>
              </a:spcBef>
              <a:spcAft>
                <a:spcPts val="0"/>
              </a:spcAft>
              <a:buClr>
                <a:srgbClr val="888888"/>
              </a:buClr>
              <a:buSzPts val="21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135" name="Google Shape;135;p65"/>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65"/>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65"/>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8" name="Shape 138"/>
        <p:cNvGrpSpPr/>
        <p:nvPr/>
      </p:nvGrpSpPr>
      <p:grpSpPr>
        <a:xfrm>
          <a:off x="0" y="0"/>
          <a:ext cx="0" cy="0"/>
          <a:chOff x="0" y="0"/>
          <a:chExt cx="0" cy="0"/>
        </a:xfrm>
      </p:grpSpPr>
      <p:sp>
        <p:nvSpPr>
          <p:cNvPr id="139" name="Google Shape;139;p66"/>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6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270"/>
              </a:spcBef>
              <a:spcAft>
                <a:spcPts val="0"/>
              </a:spcAft>
              <a:buClr>
                <a:srgbClr val="888888"/>
              </a:buClr>
              <a:buSzPts val="1350"/>
              <a:buNone/>
              <a:defRPr sz="1350">
                <a:solidFill>
                  <a:srgbClr val="888888"/>
                </a:solidFill>
              </a:defRPr>
            </a:lvl2pPr>
            <a:lvl3pPr indent="-228600" lvl="2" marL="1371600" algn="l">
              <a:lnSpc>
                <a:spcPct val="100000"/>
              </a:lnSpc>
              <a:spcBef>
                <a:spcPts val="240"/>
              </a:spcBef>
              <a:spcAft>
                <a:spcPts val="0"/>
              </a:spcAft>
              <a:buClr>
                <a:srgbClr val="888888"/>
              </a:buClr>
              <a:buSzPts val="1200"/>
              <a:buNone/>
              <a:defRPr sz="1200">
                <a:solidFill>
                  <a:srgbClr val="888888"/>
                </a:solidFill>
              </a:defRPr>
            </a:lvl3pPr>
            <a:lvl4pPr indent="-228600" lvl="3" marL="1828800" algn="l">
              <a:lnSpc>
                <a:spcPct val="100000"/>
              </a:lnSpc>
              <a:spcBef>
                <a:spcPts val="210"/>
              </a:spcBef>
              <a:spcAft>
                <a:spcPts val="0"/>
              </a:spcAft>
              <a:buClr>
                <a:srgbClr val="888888"/>
              </a:buClr>
              <a:buSzPts val="1050"/>
              <a:buNone/>
              <a:defRPr sz="1050">
                <a:solidFill>
                  <a:srgbClr val="888888"/>
                </a:solidFill>
              </a:defRPr>
            </a:lvl4pPr>
            <a:lvl5pPr indent="-228600" lvl="4" marL="2286000" algn="l">
              <a:lnSpc>
                <a:spcPct val="100000"/>
              </a:lnSpc>
              <a:spcBef>
                <a:spcPts val="210"/>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141" name="Google Shape;141;p66"/>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66"/>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66"/>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4" name="Shape 144"/>
        <p:cNvGrpSpPr/>
        <p:nvPr/>
      </p:nvGrpSpPr>
      <p:grpSpPr>
        <a:xfrm>
          <a:off x="0" y="0"/>
          <a:ext cx="0" cy="0"/>
          <a:chOff x="0" y="0"/>
          <a:chExt cx="0" cy="0"/>
        </a:xfrm>
      </p:grpSpPr>
      <p:sp>
        <p:nvSpPr>
          <p:cNvPr id="145" name="Google Shape;145;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67"/>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147" name="Google Shape;147;p67"/>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148" name="Google Shape;148;p67"/>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67"/>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67"/>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1" name="Shape 151"/>
        <p:cNvGrpSpPr/>
        <p:nvPr/>
      </p:nvGrpSpPr>
      <p:grpSpPr>
        <a:xfrm>
          <a:off x="0" y="0"/>
          <a:ext cx="0" cy="0"/>
          <a:chOff x="0" y="0"/>
          <a:chExt cx="0" cy="0"/>
        </a:xfrm>
      </p:grpSpPr>
      <p:sp>
        <p:nvSpPr>
          <p:cNvPr id="152" name="Google Shape;152;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6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154" name="Google Shape;154;p6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155" name="Google Shape;155;p68"/>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156" name="Google Shape;156;p68"/>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157" name="Google Shape;157;p68"/>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68"/>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68"/>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0" name="Shape 160"/>
        <p:cNvGrpSpPr/>
        <p:nvPr/>
      </p:nvGrpSpPr>
      <p:grpSpPr>
        <a:xfrm>
          <a:off x="0" y="0"/>
          <a:ext cx="0" cy="0"/>
          <a:chOff x="0" y="0"/>
          <a:chExt cx="0" cy="0"/>
        </a:xfrm>
      </p:grpSpPr>
      <p:sp>
        <p:nvSpPr>
          <p:cNvPr id="161" name="Google Shape;161;p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69"/>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69"/>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69"/>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5" name="Shape 165"/>
        <p:cNvGrpSpPr/>
        <p:nvPr/>
      </p:nvGrpSpPr>
      <p:grpSpPr>
        <a:xfrm>
          <a:off x="0" y="0"/>
          <a:ext cx="0" cy="0"/>
          <a:chOff x="0" y="0"/>
          <a:chExt cx="0" cy="0"/>
        </a:xfrm>
      </p:grpSpPr>
      <p:sp>
        <p:nvSpPr>
          <p:cNvPr id="166" name="Google Shape;166;p70"/>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70"/>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70"/>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9" name="Shape 169"/>
        <p:cNvGrpSpPr/>
        <p:nvPr/>
      </p:nvGrpSpPr>
      <p:grpSpPr>
        <a:xfrm>
          <a:off x="0" y="0"/>
          <a:ext cx="0" cy="0"/>
          <a:chOff x="0" y="0"/>
          <a:chExt cx="0" cy="0"/>
        </a:xfrm>
      </p:grpSpPr>
      <p:sp>
        <p:nvSpPr>
          <p:cNvPr id="170" name="Google Shape;170;p71"/>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71"/>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61950" lvl="1" marL="914400" algn="l">
              <a:lnSpc>
                <a:spcPct val="100000"/>
              </a:lnSpc>
              <a:spcBef>
                <a:spcPts val="420"/>
              </a:spcBef>
              <a:spcAft>
                <a:spcPts val="0"/>
              </a:spcAft>
              <a:buClr>
                <a:schemeClr val="dk1"/>
              </a:buClr>
              <a:buSzPts val="2100"/>
              <a:buChar char="–"/>
              <a:defRPr sz="2100"/>
            </a:lvl2pPr>
            <a:lvl3pPr indent="-342900" lvl="2" marL="1371600" algn="l">
              <a:lnSpc>
                <a:spcPct val="100000"/>
              </a:lnSpc>
              <a:spcBef>
                <a:spcPts val="36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172" name="Google Shape;172;p71"/>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173" name="Google Shape;173;p71"/>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71"/>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71"/>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76" name="Shape 176"/>
        <p:cNvGrpSpPr/>
        <p:nvPr/>
      </p:nvGrpSpPr>
      <p:grpSpPr>
        <a:xfrm>
          <a:off x="0" y="0"/>
          <a:ext cx="0" cy="0"/>
          <a:chOff x="0" y="0"/>
          <a:chExt cx="0" cy="0"/>
        </a:xfrm>
      </p:grpSpPr>
      <p:sp>
        <p:nvSpPr>
          <p:cNvPr id="177" name="Google Shape;177;p7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72"/>
          <p:cNvSpPr/>
          <p:nvPr>
            <p:ph idx="2" type="pic"/>
          </p:nvPr>
        </p:nvSpPr>
        <p:spPr>
          <a:xfrm>
            <a:off x="1792288" y="612775"/>
            <a:ext cx="5486400" cy="4114800"/>
          </a:xfrm>
          <a:prstGeom prst="rect">
            <a:avLst/>
          </a:prstGeom>
          <a:noFill/>
          <a:ln>
            <a:noFill/>
          </a:ln>
        </p:spPr>
      </p:sp>
      <p:sp>
        <p:nvSpPr>
          <p:cNvPr id="179" name="Google Shape;179;p7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180" name="Google Shape;180;p72"/>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72"/>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72"/>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3" name="Shape 183"/>
        <p:cNvGrpSpPr/>
        <p:nvPr/>
      </p:nvGrpSpPr>
      <p:grpSpPr>
        <a:xfrm>
          <a:off x="0" y="0"/>
          <a:ext cx="0" cy="0"/>
          <a:chOff x="0" y="0"/>
          <a:chExt cx="0" cy="0"/>
        </a:xfrm>
      </p:grpSpPr>
      <p:sp>
        <p:nvSpPr>
          <p:cNvPr id="184" name="Google Shape;184;p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73"/>
          <p:cNvSpPr txBox="1"/>
          <p:nvPr>
            <p:ph idx="1" type="body"/>
          </p:nvPr>
        </p:nvSpPr>
        <p:spPr>
          <a:xfrm rot="5400000">
            <a:off x="2309019" y="-251617"/>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6" name="Google Shape;186;p73"/>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73"/>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73"/>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9" name="Shape 189"/>
        <p:cNvGrpSpPr/>
        <p:nvPr/>
      </p:nvGrpSpPr>
      <p:grpSpPr>
        <a:xfrm>
          <a:off x="0" y="0"/>
          <a:ext cx="0" cy="0"/>
          <a:chOff x="0" y="0"/>
          <a:chExt cx="0" cy="0"/>
        </a:xfrm>
      </p:grpSpPr>
      <p:sp>
        <p:nvSpPr>
          <p:cNvPr id="190" name="Google Shape;190;p74"/>
          <p:cNvSpPr txBox="1"/>
          <p:nvPr>
            <p:ph type="title"/>
          </p:nvPr>
        </p:nvSpPr>
        <p:spPr>
          <a:xfrm rot="5400000">
            <a:off x="4732338" y="2171703"/>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74"/>
          <p:cNvSpPr txBox="1"/>
          <p:nvPr>
            <p:ph idx="1" type="body"/>
          </p:nvPr>
        </p:nvSpPr>
        <p:spPr>
          <a:xfrm rot="5400000">
            <a:off x="541338" y="190502"/>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2" name="Google Shape;192;p74"/>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74"/>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74"/>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95" name="Shape 195"/>
        <p:cNvGrpSpPr/>
        <p:nvPr/>
      </p:nvGrpSpPr>
      <p:grpSpPr>
        <a:xfrm>
          <a:off x="0" y="0"/>
          <a:ext cx="0" cy="0"/>
          <a:chOff x="0" y="0"/>
          <a:chExt cx="0" cy="0"/>
        </a:xfrm>
      </p:grpSpPr>
      <p:sp>
        <p:nvSpPr>
          <p:cNvPr id="196" name="Google Shape;196;p75"/>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Clr>
                <a:schemeClr val="dk1"/>
              </a:buClr>
              <a:buSzPts val="3000"/>
              <a:buFont typeface="Times New Roman"/>
              <a:buNone/>
              <a:defRPr b="0" i="0" sz="300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75"/>
          <p:cNvSpPr txBox="1"/>
          <p:nvPr>
            <p:ph idx="1" type="body"/>
          </p:nvPr>
        </p:nvSpPr>
        <p:spPr>
          <a:xfrm>
            <a:off x="504410" y="1795271"/>
            <a:ext cx="3931285" cy="196208"/>
          </a:xfrm>
          <a:prstGeom prst="rect">
            <a:avLst/>
          </a:prstGeom>
          <a:noFill/>
          <a:ln>
            <a:noFill/>
          </a:ln>
        </p:spPr>
        <p:txBody>
          <a:bodyPr anchorCtr="0" anchor="t" bIns="0" lIns="0" spcFirstLastPara="1" rIns="0" wrap="square" tIns="0">
            <a:spAutoFit/>
          </a:bodyPr>
          <a:lstStyle>
            <a:lvl1pPr indent="-309562" lvl="0" marL="457200" algn="l">
              <a:lnSpc>
                <a:spcPct val="100000"/>
              </a:lnSpc>
              <a:spcBef>
                <a:spcPts val="255"/>
              </a:spcBef>
              <a:spcAft>
                <a:spcPts val="0"/>
              </a:spcAft>
              <a:buClr>
                <a:schemeClr val="dk1"/>
              </a:buClr>
              <a:buSzPts val="1275"/>
              <a:buChar char="•"/>
              <a:defRPr b="1" i="0" sz="1275"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8" name="Google Shape;198;p75"/>
          <p:cNvSpPr txBox="1"/>
          <p:nvPr>
            <p:ph idx="2" type="body"/>
          </p:nvPr>
        </p:nvSpPr>
        <p:spPr>
          <a:xfrm>
            <a:off x="4707890" y="1673860"/>
            <a:ext cx="3644265" cy="184666"/>
          </a:xfrm>
          <a:prstGeom prst="rect">
            <a:avLst/>
          </a:prstGeom>
          <a:noFill/>
          <a:ln>
            <a:noFill/>
          </a:ln>
        </p:spPr>
        <p:txBody>
          <a:bodyPr anchorCtr="0" anchor="t" bIns="0" lIns="0" spcFirstLastPara="1" rIns="0" wrap="square" tIns="0">
            <a:spAutoFit/>
          </a:bodyPr>
          <a:lstStyle>
            <a:lvl1pPr indent="-304800" lvl="0" marL="457200" algn="l">
              <a:lnSpc>
                <a:spcPct val="100000"/>
              </a:lnSpc>
              <a:spcBef>
                <a:spcPts val="240"/>
              </a:spcBef>
              <a:spcAft>
                <a:spcPts val="0"/>
              </a:spcAft>
              <a:buClr>
                <a:schemeClr val="dk1"/>
              </a:buClr>
              <a:buSzPts val="1200"/>
              <a:buChar char="•"/>
              <a:defRPr b="1" i="0" sz="1200"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9" name="Google Shape;199;p75"/>
          <p:cNvSpPr txBox="1"/>
          <p:nvPr>
            <p:ph idx="11" type="ftr"/>
          </p:nvPr>
        </p:nvSpPr>
        <p:spPr>
          <a:xfrm>
            <a:off x="3124200" y="6356352"/>
            <a:ext cx="2895600" cy="365125"/>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75"/>
          <p:cNvSpPr txBox="1"/>
          <p:nvPr>
            <p:ph idx="10" type="dt"/>
          </p:nvPr>
        </p:nvSpPr>
        <p:spPr>
          <a:xfrm>
            <a:off x="457200" y="6356352"/>
            <a:ext cx="2133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p75"/>
          <p:cNvSpPr txBox="1"/>
          <p:nvPr>
            <p:ph idx="12" type="sldNum"/>
          </p:nvPr>
        </p:nvSpPr>
        <p:spPr>
          <a:xfrm>
            <a:off x="6553200" y="6356352"/>
            <a:ext cx="2133600" cy="365125"/>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8" name="Shape 208"/>
        <p:cNvGrpSpPr/>
        <p:nvPr/>
      </p:nvGrpSpPr>
      <p:grpSpPr>
        <a:xfrm>
          <a:off x="0" y="0"/>
          <a:ext cx="0" cy="0"/>
          <a:chOff x="0" y="0"/>
          <a:chExt cx="0" cy="0"/>
        </a:xfrm>
      </p:grpSpPr>
      <p:sp>
        <p:nvSpPr>
          <p:cNvPr id="209" name="Google Shape;209;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36"/>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1" name="Google Shape;211;p36"/>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p36"/>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p36"/>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4" name="Shape 214"/>
        <p:cNvGrpSpPr/>
        <p:nvPr/>
      </p:nvGrpSpPr>
      <p:grpSpPr>
        <a:xfrm>
          <a:off x="0" y="0"/>
          <a:ext cx="0" cy="0"/>
          <a:chOff x="0" y="0"/>
          <a:chExt cx="0" cy="0"/>
        </a:xfrm>
      </p:grpSpPr>
      <p:sp>
        <p:nvSpPr>
          <p:cNvPr id="215" name="Google Shape;215;p76"/>
          <p:cNvSpPr txBox="1"/>
          <p:nvPr>
            <p:ph type="ctrTitle"/>
          </p:nvPr>
        </p:nvSpPr>
        <p:spPr>
          <a:xfrm>
            <a:off x="685800" y="2130427"/>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7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20"/>
              </a:spcBef>
              <a:spcAft>
                <a:spcPts val="0"/>
              </a:spcAft>
              <a:buClr>
                <a:srgbClr val="888888"/>
              </a:buClr>
              <a:buSzPts val="21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217" name="Google Shape;217;p76"/>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p76"/>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76"/>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0" name="Shape 220"/>
        <p:cNvGrpSpPr/>
        <p:nvPr/>
      </p:nvGrpSpPr>
      <p:grpSpPr>
        <a:xfrm>
          <a:off x="0" y="0"/>
          <a:ext cx="0" cy="0"/>
          <a:chOff x="0" y="0"/>
          <a:chExt cx="0" cy="0"/>
        </a:xfrm>
      </p:grpSpPr>
      <p:sp>
        <p:nvSpPr>
          <p:cNvPr id="221" name="Google Shape;221;p77"/>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2" name="Google Shape;222;p7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270"/>
              </a:spcBef>
              <a:spcAft>
                <a:spcPts val="0"/>
              </a:spcAft>
              <a:buClr>
                <a:srgbClr val="888888"/>
              </a:buClr>
              <a:buSzPts val="1350"/>
              <a:buNone/>
              <a:defRPr sz="1350">
                <a:solidFill>
                  <a:srgbClr val="888888"/>
                </a:solidFill>
              </a:defRPr>
            </a:lvl2pPr>
            <a:lvl3pPr indent="-228600" lvl="2" marL="1371600" algn="l">
              <a:lnSpc>
                <a:spcPct val="100000"/>
              </a:lnSpc>
              <a:spcBef>
                <a:spcPts val="240"/>
              </a:spcBef>
              <a:spcAft>
                <a:spcPts val="0"/>
              </a:spcAft>
              <a:buClr>
                <a:srgbClr val="888888"/>
              </a:buClr>
              <a:buSzPts val="1200"/>
              <a:buNone/>
              <a:defRPr sz="1200">
                <a:solidFill>
                  <a:srgbClr val="888888"/>
                </a:solidFill>
              </a:defRPr>
            </a:lvl3pPr>
            <a:lvl4pPr indent="-228600" lvl="3" marL="1828800" algn="l">
              <a:lnSpc>
                <a:spcPct val="100000"/>
              </a:lnSpc>
              <a:spcBef>
                <a:spcPts val="210"/>
              </a:spcBef>
              <a:spcAft>
                <a:spcPts val="0"/>
              </a:spcAft>
              <a:buClr>
                <a:srgbClr val="888888"/>
              </a:buClr>
              <a:buSzPts val="1050"/>
              <a:buNone/>
              <a:defRPr sz="1050">
                <a:solidFill>
                  <a:srgbClr val="888888"/>
                </a:solidFill>
              </a:defRPr>
            </a:lvl4pPr>
            <a:lvl5pPr indent="-228600" lvl="4" marL="2286000" algn="l">
              <a:lnSpc>
                <a:spcPct val="100000"/>
              </a:lnSpc>
              <a:spcBef>
                <a:spcPts val="210"/>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223" name="Google Shape;223;p77"/>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77"/>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5" name="Google Shape;225;p77"/>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26" name="Shape 226"/>
        <p:cNvGrpSpPr/>
        <p:nvPr/>
      </p:nvGrpSpPr>
      <p:grpSpPr>
        <a:xfrm>
          <a:off x="0" y="0"/>
          <a:ext cx="0" cy="0"/>
          <a:chOff x="0" y="0"/>
          <a:chExt cx="0" cy="0"/>
        </a:xfrm>
      </p:grpSpPr>
      <p:sp>
        <p:nvSpPr>
          <p:cNvPr id="227" name="Google Shape;227;p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p78"/>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229" name="Google Shape;229;p78"/>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230" name="Google Shape;230;p78"/>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1" name="Google Shape;231;p78"/>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2" name="Google Shape;232;p78"/>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33" name="Shape 233"/>
        <p:cNvGrpSpPr/>
        <p:nvPr/>
      </p:nvGrpSpPr>
      <p:grpSpPr>
        <a:xfrm>
          <a:off x="0" y="0"/>
          <a:ext cx="0" cy="0"/>
          <a:chOff x="0" y="0"/>
          <a:chExt cx="0" cy="0"/>
        </a:xfrm>
      </p:grpSpPr>
      <p:sp>
        <p:nvSpPr>
          <p:cNvPr id="234" name="Google Shape;234;p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5" name="Google Shape;235;p7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236" name="Google Shape;236;p7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237" name="Google Shape;237;p79"/>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238" name="Google Shape;238;p79"/>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239" name="Google Shape;239;p79"/>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p79"/>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 name="Google Shape;241;p79"/>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2" name="Shape 242"/>
        <p:cNvGrpSpPr/>
        <p:nvPr/>
      </p:nvGrpSpPr>
      <p:grpSpPr>
        <a:xfrm>
          <a:off x="0" y="0"/>
          <a:ext cx="0" cy="0"/>
          <a:chOff x="0" y="0"/>
          <a:chExt cx="0" cy="0"/>
        </a:xfrm>
      </p:grpSpPr>
      <p:sp>
        <p:nvSpPr>
          <p:cNvPr id="243" name="Google Shape;243;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80"/>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 name="Google Shape;245;p80"/>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p80"/>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7" name="Shape 247"/>
        <p:cNvGrpSpPr/>
        <p:nvPr/>
      </p:nvGrpSpPr>
      <p:grpSpPr>
        <a:xfrm>
          <a:off x="0" y="0"/>
          <a:ext cx="0" cy="0"/>
          <a:chOff x="0" y="0"/>
          <a:chExt cx="0" cy="0"/>
        </a:xfrm>
      </p:grpSpPr>
      <p:sp>
        <p:nvSpPr>
          <p:cNvPr id="248" name="Google Shape;248;p81"/>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 name="Google Shape;249;p81"/>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81"/>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51" name="Shape 251"/>
        <p:cNvGrpSpPr/>
        <p:nvPr/>
      </p:nvGrpSpPr>
      <p:grpSpPr>
        <a:xfrm>
          <a:off x="0" y="0"/>
          <a:ext cx="0" cy="0"/>
          <a:chOff x="0" y="0"/>
          <a:chExt cx="0" cy="0"/>
        </a:xfrm>
      </p:grpSpPr>
      <p:sp>
        <p:nvSpPr>
          <p:cNvPr id="252" name="Google Shape;252;p82"/>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 name="Google Shape;253;p82"/>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61950" lvl="1" marL="914400" algn="l">
              <a:lnSpc>
                <a:spcPct val="100000"/>
              </a:lnSpc>
              <a:spcBef>
                <a:spcPts val="420"/>
              </a:spcBef>
              <a:spcAft>
                <a:spcPts val="0"/>
              </a:spcAft>
              <a:buClr>
                <a:schemeClr val="dk1"/>
              </a:buClr>
              <a:buSzPts val="2100"/>
              <a:buChar char="–"/>
              <a:defRPr sz="2100"/>
            </a:lvl2pPr>
            <a:lvl3pPr indent="-342900" lvl="2" marL="1371600" algn="l">
              <a:lnSpc>
                <a:spcPct val="100000"/>
              </a:lnSpc>
              <a:spcBef>
                <a:spcPts val="36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254" name="Google Shape;254;p82"/>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255" name="Google Shape;255;p82"/>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6" name="Google Shape;256;p82"/>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 name="Google Shape;257;p82"/>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58" name="Shape 258"/>
        <p:cNvGrpSpPr/>
        <p:nvPr/>
      </p:nvGrpSpPr>
      <p:grpSpPr>
        <a:xfrm>
          <a:off x="0" y="0"/>
          <a:ext cx="0" cy="0"/>
          <a:chOff x="0" y="0"/>
          <a:chExt cx="0" cy="0"/>
        </a:xfrm>
      </p:grpSpPr>
      <p:sp>
        <p:nvSpPr>
          <p:cNvPr id="259" name="Google Shape;259;p8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 name="Google Shape;260;p83"/>
          <p:cNvSpPr/>
          <p:nvPr>
            <p:ph idx="2" type="pic"/>
          </p:nvPr>
        </p:nvSpPr>
        <p:spPr>
          <a:xfrm>
            <a:off x="1792288" y="612775"/>
            <a:ext cx="5486400" cy="4114800"/>
          </a:xfrm>
          <a:prstGeom prst="rect">
            <a:avLst/>
          </a:prstGeom>
          <a:noFill/>
          <a:ln>
            <a:noFill/>
          </a:ln>
        </p:spPr>
      </p:sp>
      <p:sp>
        <p:nvSpPr>
          <p:cNvPr id="261" name="Google Shape;261;p8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262" name="Google Shape;262;p83"/>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3" name="Google Shape;263;p83"/>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4" name="Google Shape;264;p83"/>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65" name="Shape 265"/>
        <p:cNvGrpSpPr/>
        <p:nvPr/>
      </p:nvGrpSpPr>
      <p:grpSpPr>
        <a:xfrm>
          <a:off x="0" y="0"/>
          <a:ext cx="0" cy="0"/>
          <a:chOff x="0" y="0"/>
          <a:chExt cx="0" cy="0"/>
        </a:xfrm>
      </p:grpSpPr>
      <p:sp>
        <p:nvSpPr>
          <p:cNvPr id="266" name="Google Shape;266;p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7" name="Google Shape;267;p84"/>
          <p:cNvSpPr txBox="1"/>
          <p:nvPr>
            <p:ph idx="1" type="body"/>
          </p:nvPr>
        </p:nvSpPr>
        <p:spPr>
          <a:xfrm rot="5400000">
            <a:off x="2309019" y="-251617"/>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8" name="Google Shape;268;p84"/>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9" name="Google Shape;269;p84"/>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0" name="Google Shape;270;p84"/>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1" name="Shape 271"/>
        <p:cNvGrpSpPr/>
        <p:nvPr/>
      </p:nvGrpSpPr>
      <p:grpSpPr>
        <a:xfrm>
          <a:off x="0" y="0"/>
          <a:ext cx="0" cy="0"/>
          <a:chOff x="0" y="0"/>
          <a:chExt cx="0" cy="0"/>
        </a:xfrm>
      </p:grpSpPr>
      <p:sp>
        <p:nvSpPr>
          <p:cNvPr id="272" name="Google Shape;272;p85"/>
          <p:cNvSpPr txBox="1"/>
          <p:nvPr>
            <p:ph type="title"/>
          </p:nvPr>
        </p:nvSpPr>
        <p:spPr>
          <a:xfrm rot="5400000">
            <a:off x="4732338" y="2171703"/>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3" name="Google Shape;273;p85"/>
          <p:cNvSpPr txBox="1"/>
          <p:nvPr>
            <p:ph idx="1" type="body"/>
          </p:nvPr>
        </p:nvSpPr>
        <p:spPr>
          <a:xfrm rot="5400000">
            <a:off x="541338" y="190502"/>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4" name="Google Shape;274;p85"/>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5" name="Google Shape;275;p85"/>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6" name="Google Shape;276;p85"/>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77" name="Shape 277"/>
        <p:cNvGrpSpPr/>
        <p:nvPr/>
      </p:nvGrpSpPr>
      <p:grpSpPr>
        <a:xfrm>
          <a:off x="0" y="0"/>
          <a:ext cx="0" cy="0"/>
          <a:chOff x="0" y="0"/>
          <a:chExt cx="0" cy="0"/>
        </a:xfrm>
      </p:grpSpPr>
      <p:sp>
        <p:nvSpPr>
          <p:cNvPr id="278" name="Google Shape;278;p86"/>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Clr>
                <a:schemeClr val="dk1"/>
              </a:buClr>
              <a:buSzPts val="3000"/>
              <a:buFont typeface="Times New Roman"/>
              <a:buNone/>
              <a:defRPr b="0" i="0" sz="300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9" name="Google Shape;279;p86"/>
          <p:cNvSpPr txBox="1"/>
          <p:nvPr>
            <p:ph idx="1" type="body"/>
          </p:nvPr>
        </p:nvSpPr>
        <p:spPr>
          <a:xfrm>
            <a:off x="504410" y="1795271"/>
            <a:ext cx="3931285" cy="196208"/>
          </a:xfrm>
          <a:prstGeom prst="rect">
            <a:avLst/>
          </a:prstGeom>
          <a:noFill/>
          <a:ln>
            <a:noFill/>
          </a:ln>
        </p:spPr>
        <p:txBody>
          <a:bodyPr anchorCtr="0" anchor="t" bIns="0" lIns="0" spcFirstLastPara="1" rIns="0" wrap="square" tIns="0">
            <a:spAutoFit/>
          </a:bodyPr>
          <a:lstStyle>
            <a:lvl1pPr indent="-309562" lvl="0" marL="457200" algn="l">
              <a:lnSpc>
                <a:spcPct val="100000"/>
              </a:lnSpc>
              <a:spcBef>
                <a:spcPts val="255"/>
              </a:spcBef>
              <a:spcAft>
                <a:spcPts val="0"/>
              </a:spcAft>
              <a:buClr>
                <a:schemeClr val="dk1"/>
              </a:buClr>
              <a:buSzPts val="1275"/>
              <a:buChar char="•"/>
              <a:defRPr b="1" i="0" sz="1275"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0" name="Google Shape;280;p86"/>
          <p:cNvSpPr txBox="1"/>
          <p:nvPr>
            <p:ph idx="2" type="body"/>
          </p:nvPr>
        </p:nvSpPr>
        <p:spPr>
          <a:xfrm>
            <a:off x="4707890" y="1673860"/>
            <a:ext cx="3644265" cy="184666"/>
          </a:xfrm>
          <a:prstGeom prst="rect">
            <a:avLst/>
          </a:prstGeom>
          <a:noFill/>
          <a:ln>
            <a:noFill/>
          </a:ln>
        </p:spPr>
        <p:txBody>
          <a:bodyPr anchorCtr="0" anchor="t" bIns="0" lIns="0" spcFirstLastPara="1" rIns="0" wrap="square" tIns="0">
            <a:spAutoFit/>
          </a:bodyPr>
          <a:lstStyle>
            <a:lvl1pPr indent="-304800" lvl="0" marL="457200" algn="l">
              <a:lnSpc>
                <a:spcPct val="100000"/>
              </a:lnSpc>
              <a:spcBef>
                <a:spcPts val="240"/>
              </a:spcBef>
              <a:spcAft>
                <a:spcPts val="0"/>
              </a:spcAft>
              <a:buClr>
                <a:schemeClr val="dk1"/>
              </a:buClr>
              <a:buSzPts val="1200"/>
              <a:buChar char="•"/>
              <a:defRPr b="1" i="0" sz="1200"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1" name="Google Shape;281;p86"/>
          <p:cNvSpPr txBox="1"/>
          <p:nvPr>
            <p:ph idx="11" type="ftr"/>
          </p:nvPr>
        </p:nvSpPr>
        <p:spPr>
          <a:xfrm>
            <a:off x="3124200" y="6356352"/>
            <a:ext cx="2895600" cy="365125"/>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2" name="Google Shape;282;p86"/>
          <p:cNvSpPr txBox="1"/>
          <p:nvPr>
            <p:ph idx="10" type="dt"/>
          </p:nvPr>
        </p:nvSpPr>
        <p:spPr>
          <a:xfrm>
            <a:off x="457200" y="6356352"/>
            <a:ext cx="2133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3" name="Google Shape;283;p86"/>
          <p:cNvSpPr txBox="1"/>
          <p:nvPr>
            <p:ph idx="12" type="sldNum"/>
          </p:nvPr>
        </p:nvSpPr>
        <p:spPr>
          <a:xfrm>
            <a:off x="6553200" y="6356352"/>
            <a:ext cx="2133600" cy="365125"/>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0" name="Shape 290"/>
        <p:cNvGrpSpPr/>
        <p:nvPr/>
      </p:nvGrpSpPr>
      <p:grpSpPr>
        <a:xfrm>
          <a:off x="0" y="0"/>
          <a:ext cx="0" cy="0"/>
          <a:chOff x="0" y="0"/>
          <a:chExt cx="0" cy="0"/>
        </a:xfrm>
      </p:grpSpPr>
      <p:sp>
        <p:nvSpPr>
          <p:cNvPr id="291" name="Google Shape;291;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2" name="Google Shape;292;p38"/>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3" name="Google Shape;293;p38"/>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4" name="Google Shape;294;p38"/>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5" name="Google Shape;295;p38"/>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6" name="Shape 296"/>
        <p:cNvGrpSpPr/>
        <p:nvPr/>
      </p:nvGrpSpPr>
      <p:grpSpPr>
        <a:xfrm>
          <a:off x="0" y="0"/>
          <a:ext cx="0" cy="0"/>
          <a:chOff x="0" y="0"/>
          <a:chExt cx="0" cy="0"/>
        </a:xfrm>
      </p:grpSpPr>
      <p:sp>
        <p:nvSpPr>
          <p:cNvPr id="297" name="Google Shape;297;p87"/>
          <p:cNvSpPr txBox="1"/>
          <p:nvPr>
            <p:ph type="ctrTitle"/>
          </p:nvPr>
        </p:nvSpPr>
        <p:spPr>
          <a:xfrm>
            <a:off x="685800" y="2130427"/>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 name="Google Shape;298;p8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20"/>
              </a:spcBef>
              <a:spcAft>
                <a:spcPts val="0"/>
              </a:spcAft>
              <a:buClr>
                <a:srgbClr val="888888"/>
              </a:buClr>
              <a:buSzPts val="21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299" name="Google Shape;299;p87"/>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0" name="Google Shape;300;p87"/>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1" name="Google Shape;301;p87"/>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2" name="Shape 302"/>
        <p:cNvGrpSpPr/>
        <p:nvPr/>
      </p:nvGrpSpPr>
      <p:grpSpPr>
        <a:xfrm>
          <a:off x="0" y="0"/>
          <a:ext cx="0" cy="0"/>
          <a:chOff x="0" y="0"/>
          <a:chExt cx="0" cy="0"/>
        </a:xfrm>
      </p:grpSpPr>
      <p:sp>
        <p:nvSpPr>
          <p:cNvPr id="303" name="Google Shape;303;p88"/>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4" name="Google Shape;304;p8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270"/>
              </a:spcBef>
              <a:spcAft>
                <a:spcPts val="0"/>
              </a:spcAft>
              <a:buClr>
                <a:srgbClr val="888888"/>
              </a:buClr>
              <a:buSzPts val="1350"/>
              <a:buNone/>
              <a:defRPr sz="1350">
                <a:solidFill>
                  <a:srgbClr val="888888"/>
                </a:solidFill>
              </a:defRPr>
            </a:lvl2pPr>
            <a:lvl3pPr indent="-228600" lvl="2" marL="1371600" algn="l">
              <a:lnSpc>
                <a:spcPct val="100000"/>
              </a:lnSpc>
              <a:spcBef>
                <a:spcPts val="240"/>
              </a:spcBef>
              <a:spcAft>
                <a:spcPts val="0"/>
              </a:spcAft>
              <a:buClr>
                <a:srgbClr val="888888"/>
              </a:buClr>
              <a:buSzPts val="1200"/>
              <a:buNone/>
              <a:defRPr sz="1200">
                <a:solidFill>
                  <a:srgbClr val="888888"/>
                </a:solidFill>
              </a:defRPr>
            </a:lvl3pPr>
            <a:lvl4pPr indent="-228600" lvl="3" marL="1828800" algn="l">
              <a:lnSpc>
                <a:spcPct val="100000"/>
              </a:lnSpc>
              <a:spcBef>
                <a:spcPts val="210"/>
              </a:spcBef>
              <a:spcAft>
                <a:spcPts val="0"/>
              </a:spcAft>
              <a:buClr>
                <a:srgbClr val="888888"/>
              </a:buClr>
              <a:buSzPts val="1050"/>
              <a:buNone/>
              <a:defRPr sz="1050">
                <a:solidFill>
                  <a:srgbClr val="888888"/>
                </a:solidFill>
              </a:defRPr>
            </a:lvl4pPr>
            <a:lvl5pPr indent="-228600" lvl="4" marL="2286000" algn="l">
              <a:lnSpc>
                <a:spcPct val="100000"/>
              </a:lnSpc>
              <a:spcBef>
                <a:spcPts val="210"/>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305" name="Google Shape;305;p88"/>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6" name="Google Shape;306;p88"/>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7" name="Google Shape;307;p88"/>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8" name="Shape 308"/>
        <p:cNvGrpSpPr/>
        <p:nvPr/>
      </p:nvGrpSpPr>
      <p:grpSpPr>
        <a:xfrm>
          <a:off x="0" y="0"/>
          <a:ext cx="0" cy="0"/>
          <a:chOff x="0" y="0"/>
          <a:chExt cx="0" cy="0"/>
        </a:xfrm>
      </p:grpSpPr>
      <p:sp>
        <p:nvSpPr>
          <p:cNvPr id="309" name="Google Shape;309;p8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0" name="Google Shape;310;p89"/>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311" name="Google Shape;311;p89"/>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312" name="Google Shape;312;p89"/>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3" name="Google Shape;313;p89"/>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4" name="Google Shape;314;p89"/>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15" name="Shape 315"/>
        <p:cNvGrpSpPr/>
        <p:nvPr/>
      </p:nvGrpSpPr>
      <p:grpSpPr>
        <a:xfrm>
          <a:off x="0" y="0"/>
          <a:ext cx="0" cy="0"/>
          <a:chOff x="0" y="0"/>
          <a:chExt cx="0" cy="0"/>
        </a:xfrm>
      </p:grpSpPr>
      <p:sp>
        <p:nvSpPr>
          <p:cNvPr id="316" name="Google Shape;316;p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7" name="Google Shape;317;p9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318" name="Google Shape;318;p9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319" name="Google Shape;319;p90"/>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320" name="Google Shape;320;p90"/>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321" name="Google Shape;321;p90"/>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2" name="Google Shape;322;p90"/>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3" name="Google Shape;323;p90"/>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4" name="Shape 324"/>
        <p:cNvGrpSpPr/>
        <p:nvPr/>
      </p:nvGrpSpPr>
      <p:grpSpPr>
        <a:xfrm>
          <a:off x="0" y="0"/>
          <a:ext cx="0" cy="0"/>
          <a:chOff x="0" y="0"/>
          <a:chExt cx="0" cy="0"/>
        </a:xfrm>
      </p:grpSpPr>
      <p:sp>
        <p:nvSpPr>
          <p:cNvPr id="325" name="Google Shape;325;p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6" name="Google Shape;326;p91"/>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7" name="Google Shape;327;p91"/>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8" name="Google Shape;328;p91"/>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9" name="Shape 329"/>
        <p:cNvGrpSpPr/>
        <p:nvPr/>
      </p:nvGrpSpPr>
      <p:grpSpPr>
        <a:xfrm>
          <a:off x="0" y="0"/>
          <a:ext cx="0" cy="0"/>
          <a:chOff x="0" y="0"/>
          <a:chExt cx="0" cy="0"/>
        </a:xfrm>
      </p:grpSpPr>
      <p:sp>
        <p:nvSpPr>
          <p:cNvPr id="330" name="Google Shape;330;p92"/>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1" name="Google Shape;331;p92"/>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2" name="Google Shape;332;p92"/>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33" name="Shape 333"/>
        <p:cNvGrpSpPr/>
        <p:nvPr/>
      </p:nvGrpSpPr>
      <p:grpSpPr>
        <a:xfrm>
          <a:off x="0" y="0"/>
          <a:ext cx="0" cy="0"/>
          <a:chOff x="0" y="0"/>
          <a:chExt cx="0" cy="0"/>
        </a:xfrm>
      </p:grpSpPr>
      <p:sp>
        <p:nvSpPr>
          <p:cNvPr id="334" name="Google Shape;334;p93"/>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5" name="Google Shape;335;p93"/>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61950" lvl="1" marL="914400" algn="l">
              <a:lnSpc>
                <a:spcPct val="100000"/>
              </a:lnSpc>
              <a:spcBef>
                <a:spcPts val="420"/>
              </a:spcBef>
              <a:spcAft>
                <a:spcPts val="0"/>
              </a:spcAft>
              <a:buClr>
                <a:schemeClr val="dk1"/>
              </a:buClr>
              <a:buSzPts val="2100"/>
              <a:buChar char="–"/>
              <a:defRPr sz="2100"/>
            </a:lvl2pPr>
            <a:lvl3pPr indent="-342900" lvl="2" marL="1371600" algn="l">
              <a:lnSpc>
                <a:spcPct val="100000"/>
              </a:lnSpc>
              <a:spcBef>
                <a:spcPts val="36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336" name="Google Shape;336;p93"/>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337" name="Google Shape;337;p93"/>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8" name="Google Shape;338;p93"/>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9" name="Google Shape;339;p93"/>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40" name="Shape 340"/>
        <p:cNvGrpSpPr/>
        <p:nvPr/>
      </p:nvGrpSpPr>
      <p:grpSpPr>
        <a:xfrm>
          <a:off x="0" y="0"/>
          <a:ext cx="0" cy="0"/>
          <a:chOff x="0" y="0"/>
          <a:chExt cx="0" cy="0"/>
        </a:xfrm>
      </p:grpSpPr>
      <p:sp>
        <p:nvSpPr>
          <p:cNvPr id="341" name="Google Shape;341;p9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2" name="Google Shape;342;p94"/>
          <p:cNvSpPr/>
          <p:nvPr>
            <p:ph idx="2" type="pic"/>
          </p:nvPr>
        </p:nvSpPr>
        <p:spPr>
          <a:xfrm>
            <a:off x="1792288" y="612775"/>
            <a:ext cx="5486400" cy="4114800"/>
          </a:xfrm>
          <a:prstGeom prst="rect">
            <a:avLst/>
          </a:prstGeom>
          <a:noFill/>
          <a:ln>
            <a:noFill/>
          </a:ln>
        </p:spPr>
      </p:sp>
      <p:sp>
        <p:nvSpPr>
          <p:cNvPr id="343" name="Google Shape;343;p9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344" name="Google Shape;344;p94"/>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5" name="Google Shape;345;p94"/>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6" name="Google Shape;346;p94"/>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47" name="Shape 347"/>
        <p:cNvGrpSpPr/>
        <p:nvPr/>
      </p:nvGrpSpPr>
      <p:grpSpPr>
        <a:xfrm>
          <a:off x="0" y="0"/>
          <a:ext cx="0" cy="0"/>
          <a:chOff x="0" y="0"/>
          <a:chExt cx="0" cy="0"/>
        </a:xfrm>
      </p:grpSpPr>
      <p:sp>
        <p:nvSpPr>
          <p:cNvPr id="348" name="Google Shape;348;p9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9" name="Google Shape;349;p95"/>
          <p:cNvSpPr txBox="1"/>
          <p:nvPr>
            <p:ph idx="1" type="body"/>
          </p:nvPr>
        </p:nvSpPr>
        <p:spPr>
          <a:xfrm rot="5400000">
            <a:off x="2309019" y="-251617"/>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0" name="Google Shape;350;p95"/>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1" name="Google Shape;351;p95"/>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2" name="Google Shape;352;p95"/>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53" name="Shape 353"/>
        <p:cNvGrpSpPr/>
        <p:nvPr/>
      </p:nvGrpSpPr>
      <p:grpSpPr>
        <a:xfrm>
          <a:off x="0" y="0"/>
          <a:ext cx="0" cy="0"/>
          <a:chOff x="0" y="0"/>
          <a:chExt cx="0" cy="0"/>
        </a:xfrm>
      </p:grpSpPr>
      <p:sp>
        <p:nvSpPr>
          <p:cNvPr id="354" name="Google Shape;354;p96"/>
          <p:cNvSpPr txBox="1"/>
          <p:nvPr>
            <p:ph type="title"/>
          </p:nvPr>
        </p:nvSpPr>
        <p:spPr>
          <a:xfrm rot="5400000">
            <a:off x="4732338" y="2171703"/>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5" name="Google Shape;355;p96"/>
          <p:cNvSpPr txBox="1"/>
          <p:nvPr>
            <p:ph idx="1" type="body"/>
          </p:nvPr>
        </p:nvSpPr>
        <p:spPr>
          <a:xfrm rot="5400000">
            <a:off x="541338" y="190502"/>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6" name="Google Shape;356;p96"/>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7" name="Google Shape;357;p96"/>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8" name="Google Shape;358;p96"/>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359" name="Shape 359"/>
        <p:cNvGrpSpPr/>
        <p:nvPr/>
      </p:nvGrpSpPr>
      <p:grpSpPr>
        <a:xfrm>
          <a:off x="0" y="0"/>
          <a:ext cx="0" cy="0"/>
          <a:chOff x="0" y="0"/>
          <a:chExt cx="0" cy="0"/>
        </a:xfrm>
      </p:grpSpPr>
      <p:sp>
        <p:nvSpPr>
          <p:cNvPr id="360" name="Google Shape;360;p97"/>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Clr>
                <a:schemeClr val="dk1"/>
              </a:buClr>
              <a:buSzPts val="3000"/>
              <a:buFont typeface="Times New Roman"/>
              <a:buNone/>
              <a:defRPr b="0" i="0" sz="300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1" name="Google Shape;361;p97"/>
          <p:cNvSpPr txBox="1"/>
          <p:nvPr>
            <p:ph idx="1" type="body"/>
          </p:nvPr>
        </p:nvSpPr>
        <p:spPr>
          <a:xfrm>
            <a:off x="504410" y="1795271"/>
            <a:ext cx="3931285" cy="196208"/>
          </a:xfrm>
          <a:prstGeom prst="rect">
            <a:avLst/>
          </a:prstGeom>
          <a:noFill/>
          <a:ln>
            <a:noFill/>
          </a:ln>
        </p:spPr>
        <p:txBody>
          <a:bodyPr anchorCtr="0" anchor="t" bIns="0" lIns="0" spcFirstLastPara="1" rIns="0" wrap="square" tIns="0">
            <a:spAutoFit/>
          </a:bodyPr>
          <a:lstStyle>
            <a:lvl1pPr indent="-309562" lvl="0" marL="457200" algn="l">
              <a:lnSpc>
                <a:spcPct val="100000"/>
              </a:lnSpc>
              <a:spcBef>
                <a:spcPts val="255"/>
              </a:spcBef>
              <a:spcAft>
                <a:spcPts val="0"/>
              </a:spcAft>
              <a:buClr>
                <a:schemeClr val="dk1"/>
              </a:buClr>
              <a:buSzPts val="1275"/>
              <a:buChar char="•"/>
              <a:defRPr b="1" i="0" sz="1275"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2" name="Google Shape;362;p97"/>
          <p:cNvSpPr txBox="1"/>
          <p:nvPr>
            <p:ph idx="2" type="body"/>
          </p:nvPr>
        </p:nvSpPr>
        <p:spPr>
          <a:xfrm>
            <a:off x="4707890" y="1673860"/>
            <a:ext cx="3644265" cy="184666"/>
          </a:xfrm>
          <a:prstGeom prst="rect">
            <a:avLst/>
          </a:prstGeom>
          <a:noFill/>
          <a:ln>
            <a:noFill/>
          </a:ln>
        </p:spPr>
        <p:txBody>
          <a:bodyPr anchorCtr="0" anchor="t" bIns="0" lIns="0" spcFirstLastPara="1" rIns="0" wrap="square" tIns="0">
            <a:spAutoFit/>
          </a:bodyPr>
          <a:lstStyle>
            <a:lvl1pPr indent="-304800" lvl="0" marL="457200" algn="l">
              <a:lnSpc>
                <a:spcPct val="100000"/>
              </a:lnSpc>
              <a:spcBef>
                <a:spcPts val="240"/>
              </a:spcBef>
              <a:spcAft>
                <a:spcPts val="0"/>
              </a:spcAft>
              <a:buClr>
                <a:schemeClr val="dk1"/>
              </a:buClr>
              <a:buSzPts val="1200"/>
              <a:buChar char="•"/>
              <a:defRPr b="1" i="0" sz="1200"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3" name="Google Shape;363;p97"/>
          <p:cNvSpPr txBox="1"/>
          <p:nvPr>
            <p:ph idx="11" type="ftr"/>
          </p:nvPr>
        </p:nvSpPr>
        <p:spPr>
          <a:xfrm>
            <a:off x="3124200" y="6356352"/>
            <a:ext cx="2895600" cy="365125"/>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4" name="Google Shape;364;p97"/>
          <p:cNvSpPr txBox="1"/>
          <p:nvPr>
            <p:ph idx="10" type="dt"/>
          </p:nvPr>
        </p:nvSpPr>
        <p:spPr>
          <a:xfrm>
            <a:off x="457200" y="6356352"/>
            <a:ext cx="2133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5" name="Google Shape;365;p97"/>
          <p:cNvSpPr txBox="1"/>
          <p:nvPr>
            <p:ph idx="12" type="sldNum"/>
          </p:nvPr>
        </p:nvSpPr>
        <p:spPr>
          <a:xfrm>
            <a:off x="6553200" y="6356352"/>
            <a:ext cx="2133600" cy="365125"/>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2" name="Shape 372"/>
        <p:cNvGrpSpPr/>
        <p:nvPr/>
      </p:nvGrpSpPr>
      <p:grpSpPr>
        <a:xfrm>
          <a:off x="0" y="0"/>
          <a:ext cx="0" cy="0"/>
          <a:chOff x="0" y="0"/>
          <a:chExt cx="0" cy="0"/>
        </a:xfrm>
      </p:grpSpPr>
      <p:sp>
        <p:nvSpPr>
          <p:cNvPr id="373" name="Google Shape;373;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4" name="Google Shape;374;p40"/>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5" name="Google Shape;375;p40"/>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6" name="Google Shape;376;p40"/>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7" name="Google Shape;377;p40"/>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8" name="Shape 378"/>
        <p:cNvGrpSpPr/>
        <p:nvPr/>
      </p:nvGrpSpPr>
      <p:grpSpPr>
        <a:xfrm>
          <a:off x="0" y="0"/>
          <a:ext cx="0" cy="0"/>
          <a:chOff x="0" y="0"/>
          <a:chExt cx="0" cy="0"/>
        </a:xfrm>
      </p:grpSpPr>
      <p:sp>
        <p:nvSpPr>
          <p:cNvPr id="379" name="Google Shape;379;p98"/>
          <p:cNvSpPr txBox="1"/>
          <p:nvPr>
            <p:ph type="ctrTitle"/>
          </p:nvPr>
        </p:nvSpPr>
        <p:spPr>
          <a:xfrm>
            <a:off x="685800" y="2130427"/>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0" name="Google Shape;380;p9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20"/>
              </a:spcBef>
              <a:spcAft>
                <a:spcPts val="0"/>
              </a:spcAft>
              <a:buClr>
                <a:srgbClr val="888888"/>
              </a:buClr>
              <a:buSzPts val="21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381" name="Google Shape;381;p98"/>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2" name="Google Shape;382;p98"/>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3" name="Google Shape;383;p98"/>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4" name="Shape 384"/>
        <p:cNvGrpSpPr/>
        <p:nvPr/>
      </p:nvGrpSpPr>
      <p:grpSpPr>
        <a:xfrm>
          <a:off x="0" y="0"/>
          <a:ext cx="0" cy="0"/>
          <a:chOff x="0" y="0"/>
          <a:chExt cx="0" cy="0"/>
        </a:xfrm>
      </p:grpSpPr>
      <p:sp>
        <p:nvSpPr>
          <p:cNvPr id="385" name="Google Shape;385;p99"/>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6" name="Google Shape;386;p9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270"/>
              </a:spcBef>
              <a:spcAft>
                <a:spcPts val="0"/>
              </a:spcAft>
              <a:buClr>
                <a:srgbClr val="888888"/>
              </a:buClr>
              <a:buSzPts val="1350"/>
              <a:buNone/>
              <a:defRPr sz="1350">
                <a:solidFill>
                  <a:srgbClr val="888888"/>
                </a:solidFill>
              </a:defRPr>
            </a:lvl2pPr>
            <a:lvl3pPr indent="-228600" lvl="2" marL="1371600" algn="l">
              <a:lnSpc>
                <a:spcPct val="100000"/>
              </a:lnSpc>
              <a:spcBef>
                <a:spcPts val="240"/>
              </a:spcBef>
              <a:spcAft>
                <a:spcPts val="0"/>
              </a:spcAft>
              <a:buClr>
                <a:srgbClr val="888888"/>
              </a:buClr>
              <a:buSzPts val="1200"/>
              <a:buNone/>
              <a:defRPr sz="1200">
                <a:solidFill>
                  <a:srgbClr val="888888"/>
                </a:solidFill>
              </a:defRPr>
            </a:lvl3pPr>
            <a:lvl4pPr indent="-228600" lvl="3" marL="1828800" algn="l">
              <a:lnSpc>
                <a:spcPct val="100000"/>
              </a:lnSpc>
              <a:spcBef>
                <a:spcPts val="210"/>
              </a:spcBef>
              <a:spcAft>
                <a:spcPts val="0"/>
              </a:spcAft>
              <a:buClr>
                <a:srgbClr val="888888"/>
              </a:buClr>
              <a:buSzPts val="1050"/>
              <a:buNone/>
              <a:defRPr sz="1050">
                <a:solidFill>
                  <a:srgbClr val="888888"/>
                </a:solidFill>
              </a:defRPr>
            </a:lvl4pPr>
            <a:lvl5pPr indent="-228600" lvl="4" marL="2286000" algn="l">
              <a:lnSpc>
                <a:spcPct val="100000"/>
              </a:lnSpc>
              <a:spcBef>
                <a:spcPts val="210"/>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387" name="Google Shape;387;p99"/>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8" name="Google Shape;388;p99"/>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9" name="Google Shape;389;p99"/>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0" name="Shape 390"/>
        <p:cNvGrpSpPr/>
        <p:nvPr/>
      </p:nvGrpSpPr>
      <p:grpSpPr>
        <a:xfrm>
          <a:off x="0" y="0"/>
          <a:ext cx="0" cy="0"/>
          <a:chOff x="0" y="0"/>
          <a:chExt cx="0" cy="0"/>
        </a:xfrm>
      </p:grpSpPr>
      <p:sp>
        <p:nvSpPr>
          <p:cNvPr id="391" name="Google Shape;391;p10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2" name="Google Shape;392;p100"/>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393" name="Google Shape;393;p100"/>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394" name="Google Shape;394;p100"/>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5" name="Google Shape;395;p100"/>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6" name="Google Shape;396;p100"/>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7" name="Shape 397"/>
        <p:cNvGrpSpPr/>
        <p:nvPr/>
      </p:nvGrpSpPr>
      <p:grpSpPr>
        <a:xfrm>
          <a:off x="0" y="0"/>
          <a:ext cx="0" cy="0"/>
          <a:chOff x="0" y="0"/>
          <a:chExt cx="0" cy="0"/>
        </a:xfrm>
      </p:grpSpPr>
      <p:sp>
        <p:nvSpPr>
          <p:cNvPr id="398" name="Google Shape;398;p1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9" name="Google Shape;399;p10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400" name="Google Shape;400;p10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401" name="Google Shape;401;p101"/>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402" name="Google Shape;402;p101"/>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403" name="Google Shape;403;p101"/>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4" name="Google Shape;404;p101"/>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5" name="Google Shape;405;p101"/>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6" name="Shape 406"/>
        <p:cNvGrpSpPr/>
        <p:nvPr/>
      </p:nvGrpSpPr>
      <p:grpSpPr>
        <a:xfrm>
          <a:off x="0" y="0"/>
          <a:ext cx="0" cy="0"/>
          <a:chOff x="0" y="0"/>
          <a:chExt cx="0" cy="0"/>
        </a:xfrm>
      </p:grpSpPr>
      <p:sp>
        <p:nvSpPr>
          <p:cNvPr id="407" name="Google Shape;407;p1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8" name="Google Shape;408;p102"/>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9" name="Google Shape;409;p102"/>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0" name="Google Shape;410;p102"/>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1" name="Shape 411"/>
        <p:cNvGrpSpPr/>
        <p:nvPr/>
      </p:nvGrpSpPr>
      <p:grpSpPr>
        <a:xfrm>
          <a:off x="0" y="0"/>
          <a:ext cx="0" cy="0"/>
          <a:chOff x="0" y="0"/>
          <a:chExt cx="0" cy="0"/>
        </a:xfrm>
      </p:grpSpPr>
      <p:sp>
        <p:nvSpPr>
          <p:cNvPr id="412" name="Google Shape;412;p103"/>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3" name="Google Shape;413;p103"/>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4" name="Google Shape;414;p103"/>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15" name="Shape 415"/>
        <p:cNvGrpSpPr/>
        <p:nvPr/>
      </p:nvGrpSpPr>
      <p:grpSpPr>
        <a:xfrm>
          <a:off x="0" y="0"/>
          <a:ext cx="0" cy="0"/>
          <a:chOff x="0" y="0"/>
          <a:chExt cx="0" cy="0"/>
        </a:xfrm>
      </p:grpSpPr>
      <p:sp>
        <p:nvSpPr>
          <p:cNvPr id="416" name="Google Shape;416;p104"/>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7" name="Google Shape;417;p104"/>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61950" lvl="1" marL="914400" algn="l">
              <a:lnSpc>
                <a:spcPct val="100000"/>
              </a:lnSpc>
              <a:spcBef>
                <a:spcPts val="420"/>
              </a:spcBef>
              <a:spcAft>
                <a:spcPts val="0"/>
              </a:spcAft>
              <a:buClr>
                <a:schemeClr val="dk1"/>
              </a:buClr>
              <a:buSzPts val="2100"/>
              <a:buChar char="–"/>
              <a:defRPr sz="2100"/>
            </a:lvl2pPr>
            <a:lvl3pPr indent="-342900" lvl="2" marL="1371600" algn="l">
              <a:lnSpc>
                <a:spcPct val="100000"/>
              </a:lnSpc>
              <a:spcBef>
                <a:spcPts val="36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418" name="Google Shape;418;p104"/>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419" name="Google Shape;419;p104"/>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0" name="Google Shape;420;p104"/>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1" name="Google Shape;421;p104"/>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22" name="Shape 422"/>
        <p:cNvGrpSpPr/>
        <p:nvPr/>
      </p:nvGrpSpPr>
      <p:grpSpPr>
        <a:xfrm>
          <a:off x="0" y="0"/>
          <a:ext cx="0" cy="0"/>
          <a:chOff x="0" y="0"/>
          <a:chExt cx="0" cy="0"/>
        </a:xfrm>
      </p:grpSpPr>
      <p:sp>
        <p:nvSpPr>
          <p:cNvPr id="423" name="Google Shape;423;p10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4" name="Google Shape;424;p105"/>
          <p:cNvSpPr/>
          <p:nvPr>
            <p:ph idx="2" type="pic"/>
          </p:nvPr>
        </p:nvSpPr>
        <p:spPr>
          <a:xfrm>
            <a:off x="1792288" y="612775"/>
            <a:ext cx="5486400" cy="4114800"/>
          </a:xfrm>
          <a:prstGeom prst="rect">
            <a:avLst/>
          </a:prstGeom>
          <a:noFill/>
          <a:ln>
            <a:noFill/>
          </a:ln>
        </p:spPr>
      </p:sp>
      <p:sp>
        <p:nvSpPr>
          <p:cNvPr id="425" name="Google Shape;425;p10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426" name="Google Shape;426;p105"/>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7" name="Google Shape;427;p105"/>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8" name="Google Shape;428;p105"/>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29" name="Shape 429"/>
        <p:cNvGrpSpPr/>
        <p:nvPr/>
      </p:nvGrpSpPr>
      <p:grpSpPr>
        <a:xfrm>
          <a:off x="0" y="0"/>
          <a:ext cx="0" cy="0"/>
          <a:chOff x="0" y="0"/>
          <a:chExt cx="0" cy="0"/>
        </a:xfrm>
      </p:grpSpPr>
      <p:sp>
        <p:nvSpPr>
          <p:cNvPr id="430" name="Google Shape;430;p1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1" name="Google Shape;431;p106"/>
          <p:cNvSpPr txBox="1"/>
          <p:nvPr>
            <p:ph idx="1" type="body"/>
          </p:nvPr>
        </p:nvSpPr>
        <p:spPr>
          <a:xfrm rot="5400000">
            <a:off x="2309019" y="-251617"/>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32" name="Google Shape;432;p106"/>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3" name="Google Shape;433;p106"/>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4" name="Google Shape;434;p106"/>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35" name="Shape 435"/>
        <p:cNvGrpSpPr/>
        <p:nvPr/>
      </p:nvGrpSpPr>
      <p:grpSpPr>
        <a:xfrm>
          <a:off x="0" y="0"/>
          <a:ext cx="0" cy="0"/>
          <a:chOff x="0" y="0"/>
          <a:chExt cx="0" cy="0"/>
        </a:xfrm>
      </p:grpSpPr>
      <p:sp>
        <p:nvSpPr>
          <p:cNvPr id="436" name="Google Shape;436;p107"/>
          <p:cNvSpPr txBox="1"/>
          <p:nvPr>
            <p:ph type="title"/>
          </p:nvPr>
        </p:nvSpPr>
        <p:spPr>
          <a:xfrm rot="5400000">
            <a:off x="4732338" y="2171703"/>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7" name="Google Shape;437;p107"/>
          <p:cNvSpPr txBox="1"/>
          <p:nvPr>
            <p:ph idx="1" type="body"/>
          </p:nvPr>
        </p:nvSpPr>
        <p:spPr>
          <a:xfrm rot="5400000">
            <a:off x="541338" y="190502"/>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38" name="Google Shape;438;p107"/>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9" name="Google Shape;439;p107"/>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0" name="Google Shape;440;p107"/>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441" name="Shape 441"/>
        <p:cNvGrpSpPr/>
        <p:nvPr/>
      </p:nvGrpSpPr>
      <p:grpSpPr>
        <a:xfrm>
          <a:off x="0" y="0"/>
          <a:ext cx="0" cy="0"/>
          <a:chOff x="0" y="0"/>
          <a:chExt cx="0" cy="0"/>
        </a:xfrm>
      </p:grpSpPr>
      <p:sp>
        <p:nvSpPr>
          <p:cNvPr id="442" name="Google Shape;442;p108"/>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Clr>
                <a:schemeClr val="dk1"/>
              </a:buClr>
              <a:buSzPts val="3000"/>
              <a:buFont typeface="Times New Roman"/>
              <a:buNone/>
              <a:defRPr b="0" i="0" sz="300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3" name="Google Shape;443;p108"/>
          <p:cNvSpPr txBox="1"/>
          <p:nvPr>
            <p:ph idx="1" type="body"/>
          </p:nvPr>
        </p:nvSpPr>
        <p:spPr>
          <a:xfrm>
            <a:off x="504410" y="1795271"/>
            <a:ext cx="3931285" cy="196208"/>
          </a:xfrm>
          <a:prstGeom prst="rect">
            <a:avLst/>
          </a:prstGeom>
          <a:noFill/>
          <a:ln>
            <a:noFill/>
          </a:ln>
        </p:spPr>
        <p:txBody>
          <a:bodyPr anchorCtr="0" anchor="t" bIns="0" lIns="0" spcFirstLastPara="1" rIns="0" wrap="square" tIns="0">
            <a:spAutoFit/>
          </a:bodyPr>
          <a:lstStyle>
            <a:lvl1pPr indent="-309562" lvl="0" marL="457200" algn="l">
              <a:lnSpc>
                <a:spcPct val="100000"/>
              </a:lnSpc>
              <a:spcBef>
                <a:spcPts val="255"/>
              </a:spcBef>
              <a:spcAft>
                <a:spcPts val="0"/>
              </a:spcAft>
              <a:buClr>
                <a:schemeClr val="dk1"/>
              </a:buClr>
              <a:buSzPts val="1275"/>
              <a:buChar char="•"/>
              <a:defRPr b="1" i="0" sz="1275"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4" name="Google Shape;444;p108"/>
          <p:cNvSpPr txBox="1"/>
          <p:nvPr>
            <p:ph idx="2" type="body"/>
          </p:nvPr>
        </p:nvSpPr>
        <p:spPr>
          <a:xfrm>
            <a:off x="4707890" y="1673860"/>
            <a:ext cx="3644265" cy="184666"/>
          </a:xfrm>
          <a:prstGeom prst="rect">
            <a:avLst/>
          </a:prstGeom>
          <a:noFill/>
          <a:ln>
            <a:noFill/>
          </a:ln>
        </p:spPr>
        <p:txBody>
          <a:bodyPr anchorCtr="0" anchor="t" bIns="0" lIns="0" spcFirstLastPara="1" rIns="0" wrap="square" tIns="0">
            <a:spAutoFit/>
          </a:bodyPr>
          <a:lstStyle>
            <a:lvl1pPr indent="-304800" lvl="0" marL="457200" algn="l">
              <a:lnSpc>
                <a:spcPct val="100000"/>
              </a:lnSpc>
              <a:spcBef>
                <a:spcPts val="240"/>
              </a:spcBef>
              <a:spcAft>
                <a:spcPts val="0"/>
              </a:spcAft>
              <a:buClr>
                <a:schemeClr val="dk1"/>
              </a:buClr>
              <a:buSzPts val="1200"/>
              <a:buChar char="•"/>
              <a:defRPr b="1" i="0" sz="1200"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5" name="Google Shape;445;p108"/>
          <p:cNvSpPr txBox="1"/>
          <p:nvPr>
            <p:ph idx="11" type="ftr"/>
          </p:nvPr>
        </p:nvSpPr>
        <p:spPr>
          <a:xfrm>
            <a:off x="3124200" y="6356352"/>
            <a:ext cx="2895600" cy="365125"/>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6" name="Google Shape;446;p108"/>
          <p:cNvSpPr txBox="1"/>
          <p:nvPr>
            <p:ph idx="10" type="dt"/>
          </p:nvPr>
        </p:nvSpPr>
        <p:spPr>
          <a:xfrm>
            <a:off x="457200" y="6356352"/>
            <a:ext cx="2133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7" name="Google Shape;447;p108"/>
          <p:cNvSpPr txBox="1"/>
          <p:nvPr>
            <p:ph idx="12" type="sldNum"/>
          </p:nvPr>
        </p:nvSpPr>
        <p:spPr>
          <a:xfrm>
            <a:off x="6553200" y="6356352"/>
            <a:ext cx="2133600" cy="365125"/>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4" name="Shape 454"/>
        <p:cNvGrpSpPr/>
        <p:nvPr/>
      </p:nvGrpSpPr>
      <p:grpSpPr>
        <a:xfrm>
          <a:off x="0" y="0"/>
          <a:ext cx="0" cy="0"/>
          <a:chOff x="0" y="0"/>
          <a:chExt cx="0" cy="0"/>
        </a:xfrm>
      </p:grpSpPr>
      <p:sp>
        <p:nvSpPr>
          <p:cNvPr id="455" name="Google Shape;455;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6" name="Google Shape;456;p42"/>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57" name="Google Shape;457;p42"/>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8" name="Google Shape;458;p42"/>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9" name="Google Shape;459;p42"/>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0" name="Shape 460"/>
        <p:cNvGrpSpPr/>
        <p:nvPr/>
      </p:nvGrpSpPr>
      <p:grpSpPr>
        <a:xfrm>
          <a:off x="0" y="0"/>
          <a:ext cx="0" cy="0"/>
          <a:chOff x="0" y="0"/>
          <a:chExt cx="0" cy="0"/>
        </a:xfrm>
      </p:grpSpPr>
      <p:sp>
        <p:nvSpPr>
          <p:cNvPr id="461" name="Google Shape;461;p109"/>
          <p:cNvSpPr txBox="1"/>
          <p:nvPr>
            <p:ph type="ctrTitle"/>
          </p:nvPr>
        </p:nvSpPr>
        <p:spPr>
          <a:xfrm>
            <a:off x="685800" y="2130427"/>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2" name="Google Shape;462;p10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20"/>
              </a:spcBef>
              <a:spcAft>
                <a:spcPts val="0"/>
              </a:spcAft>
              <a:buClr>
                <a:srgbClr val="888888"/>
              </a:buClr>
              <a:buSzPts val="21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463" name="Google Shape;463;p109"/>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4" name="Google Shape;464;p109"/>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5" name="Google Shape;465;p109"/>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6" name="Shape 466"/>
        <p:cNvGrpSpPr/>
        <p:nvPr/>
      </p:nvGrpSpPr>
      <p:grpSpPr>
        <a:xfrm>
          <a:off x="0" y="0"/>
          <a:ext cx="0" cy="0"/>
          <a:chOff x="0" y="0"/>
          <a:chExt cx="0" cy="0"/>
        </a:xfrm>
      </p:grpSpPr>
      <p:sp>
        <p:nvSpPr>
          <p:cNvPr id="467" name="Google Shape;467;p110"/>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8" name="Google Shape;468;p11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270"/>
              </a:spcBef>
              <a:spcAft>
                <a:spcPts val="0"/>
              </a:spcAft>
              <a:buClr>
                <a:srgbClr val="888888"/>
              </a:buClr>
              <a:buSzPts val="1350"/>
              <a:buNone/>
              <a:defRPr sz="1350">
                <a:solidFill>
                  <a:srgbClr val="888888"/>
                </a:solidFill>
              </a:defRPr>
            </a:lvl2pPr>
            <a:lvl3pPr indent="-228600" lvl="2" marL="1371600" algn="l">
              <a:lnSpc>
                <a:spcPct val="100000"/>
              </a:lnSpc>
              <a:spcBef>
                <a:spcPts val="240"/>
              </a:spcBef>
              <a:spcAft>
                <a:spcPts val="0"/>
              </a:spcAft>
              <a:buClr>
                <a:srgbClr val="888888"/>
              </a:buClr>
              <a:buSzPts val="1200"/>
              <a:buNone/>
              <a:defRPr sz="1200">
                <a:solidFill>
                  <a:srgbClr val="888888"/>
                </a:solidFill>
              </a:defRPr>
            </a:lvl3pPr>
            <a:lvl4pPr indent="-228600" lvl="3" marL="1828800" algn="l">
              <a:lnSpc>
                <a:spcPct val="100000"/>
              </a:lnSpc>
              <a:spcBef>
                <a:spcPts val="210"/>
              </a:spcBef>
              <a:spcAft>
                <a:spcPts val="0"/>
              </a:spcAft>
              <a:buClr>
                <a:srgbClr val="888888"/>
              </a:buClr>
              <a:buSzPts val="1050"/>
              <a:buNone/>
              <a:defRPr sz="1050">
                <a:solidFill>
                  <a:srgbClr val="888888"/>
                </a:solidFill>
              </a:defRPr>
            </a:lvl4pPr>
            <a:lvl5pPr indent="-228600" lvl="4" marL="2286000" algn="l">
              <a:lnSpc>
                <a:spcPct val="100000"/>
              </a:lnSpc>
              <a:spcBef>
                <a:spcPts val="210"/>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469" name="Google Shape;469;p110"/>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0" name="Google Shape;470;p110"/>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1" name="Google Shape;471;p110"/>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2" name="Shape 472"/>
        <p:cNvGrpSpPr/>
        <p:nvPr/>
      </p:nvGrpSpPr>
      <p:grpSpPr>
        <a:xfrm>
          <a:off x="0" y="0"/>
          <a:ext cx="0" cy="0"/>
          <a:chOff x="0" y="0"/>
          <a:chExt cx="0" cy="0"/>
        </a:xfrm>
      </p:grpSpPr>
      <p:sp>
        <p:nvSpPr>
          <p:cNvPr id="473" name="Google Shape;473;p1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4" name="Google Shape;474;p111"/>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475" name="Google Shape;475;p111"/>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476" name="Google Shape;476;p111"/>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7" name="Google Shape;477;p111"/>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8" name="Google Shape;478;p111"/>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9" name="Shape 479"/>
        <p:cNvGrpSpPr/>
        <p:nvPr/>
      </p:nvGrpSpPr>
      <p:grpSpPr>
        <a:xfrm>
          <a:off x="0" y="0"/>
          <a:ext cx="0" cy="0"/>
          <a:chOff x="0" y="0"/>
          <a:chExt cx="0" cy="0"/>
        </a:xfrm>
      </p:grpSpPr>
      <p:sp>
        <p:nvSpPr>
          <p:cNvPr id="480" name="Google Shape;480;p1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1" name="Google Shape;481;p11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482" name="Google Shape;482;p11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483" name="Google Shape;483;p112"/>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484" name="Google Shape;484;p112"/>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485" name="Google Shape;485;p112"/>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6" name="Google Shape;486;p112"/>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7" name="Google Shape;487;p112"/>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8" name="Shape 488"/>
        <p:cNvGrpSpPr/>
        <p:nvPr/>
      </p:nvGrpSpPr>
      <p:grpSpPr>
        <a:xfrm>
          <a:off x="0" y="0"/>
          <a:ext cx="0" cy="0"/>
          <a:chOff x="0" y="0"/>
          <a:chExt cx="0" cy="0"/>
        </a:xfrm>
      </p:grpSpPr>
      <p:sp>
        <p:nvSpPr>
          <p:cNvPr id="489" name="Google Shape;489;p1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0" name="Google Shape;490;p113"/>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1" name="Google Shape;491;p113"/>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2" name="Google Shape;492;p113"/>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3" name="Shape 493"/>
        <p:cNvGrpSpPr/>
        <p:nvPr/>
      </p:nvGrpSpPr>
      <p:grpSpPr>
        <a:xfrm>
          <a:off x="0" y="0"/>
          <a:ext cx="0" cy="0"/>
          <a:chOff x="0" y="0"/>
          <a:chExt cx="0" cy="0"/>
        </a:xfrm>
      </p:grpSpPr>
      <p:sp>
        <p:nvSpPr>
          <p:cNvPr id="494" name="Google Shape;494;p114"/>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5" name="Google Shape;495;p114"/>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6" name="Google Shape;496;p114"/>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7" name="Shape 497"/>
        <p:cNvGrpSpPr/>
        <p:nvPr/>
      </p:nvGrpSpPr>
      <p:grpSpPr>
        <a:xfrm>
          <a:off x="0" y="0"/>
          <a:ext cx="0" cy="0"/>
          <a:chOff x="0" y="0"/>
          <a:chExt cx="0" cy="0"/>
        </a:xfrm>
      </p:grpSpPr>
      <p:sp>
        <p:nvSpPr>
          <p:cNvPr id="498" name="Google Shape;498;p115"/>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9" name="Google Shape;499;p115"/>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61950" lvl="1" marL="914400" algn="l">
              <a:lnSpc>
                <a:spcPct val="100000"/>
              </a:lnSpc>
              <a:spcBef>
                <a:spcPts val="420"/>
              </a:spcBef>
              <a:spcAft>
                <a:spcPts val="0"/>
              </a:spcAft>
              <a:buClr>
                <a:schemeClr val="dk1"/>
              </a:buClr>
              <a:buSzPts val="2100"/>
              <a:buChar char="–"/>
              <a:defRPr sz="2100"/>
            </a:lvl2pPr>
            <a:lvl3pPr indent="-342900" lvl="2" marL="1371600" algn="l">
              <a:lnSpc>
                <a:spcPct val="100000"/>
              </a:lnSpc>
              <a:spcBef>
                <a:spcPts val="36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500" name="Google Shape;500;p115"/>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501" name="Google Shape;501;p115"/>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2" name="Google Shape;502;p115"/>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3" name="Google Shape;503;p115"/>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04" name="Shape 504"/>
        <p:cNvGrpSpPr/>
        <p:nvPr/>
      </p:nvGrpSpPr>
      <p:grpSpPr>
        <a:xfrm>
          <a:off x="0" y="0"/>
          <a:ext cx="0" cy="0"/>
          <a:chOff x="0" y="0"/>
          <a:chExt cx="0" cy="0"/>
        </a:xfrm>
      </p:grpSpPr>
      <p:sp>
        <p:nvSpPr>
          <p:cNvPr id="505" name="Google Shape;505;p11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6" name="Google Shape;506;p116"/>
          <p:cNvSpPr/>
          <p:nvPr>
            <p:ph idx="2" type="pic"/>
          </p:nvPr>
        </p:nvSpPr>
        <p:spPr>
          <a:xfrm>
            <a:off x="1792288" y="612775"/>
            <a:ext cx="5486400" cy="4114800"/>
          </a:xfrm>
          <a:prstGeom prst="rect">
            <a:avLst/>
          </a:prstGeom>
          <a:noFill/>
          <a:ln>
            <a:noFill/>
          </a:ln>
        </p:spPr>
      </p:sp>
      <p:sp>
        <p:nvSpPr>
          <p:cNvPr id="507" name="Google Shape;507;p11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508" name="Google Shape;508;p116"/>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9" name="Google Shape;509;p116"/>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0" name="Google Shape;510;p116"/>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11" name="Shape 511"/>
        <p:cNvGrpSpPr/>
        <p:nvPr/>
      </p:nvGrpSpPr>
      <p:grpSpPr>
        <a:xfrm>
          <a:off x="0" y="0"/>
          <a:ext cx="0" cy="0"/>
          <a:chOff x="0" y="0"/>
          <a:chExt cx="0" cy="0"/>
        </a:xfrm>
      </p:grpSpPr>
      <p:sp>
        <p:nvSpPr>
          <p:cNvPr id="512" name="Google Shape;512;p1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3" name="Google Shape;513;p117"/>
          <p:cNvSpPr txBox="1"/>
          <p:nvPr>
            <p:ph idx="1" type="body"/>
          </p:nvPr>
        </p:nvSpPr>
        <p:spPr>
          <a:xfrm rot="5400000">
            <a:off x="2309019" y="-251617"/>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14" name="Google Shape;514;p117"/>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5" name="Google Shape;515;p117"/>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6" name="Google Shape;516;p117"/>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17" name="Shape 517"/>
        <p:cNvGrpSpPr/>
        <p:nvPr/>
      </p:nvGrpSpPr>
      <p:grpSpPr>
        <a:xfrm>
          <a:off x="0" y="0"/>
          <a:ext cx="0" cy="0"/>
          <a:chOff x="0" y="0"/>
          <a:chExt cx="0" cy="0"/>
        </a:xfrm>
      </p:grpSpPr>
      <p:sp>
        <p:nvSpPr>
          <p:cNvPr id="518" name="Google Shape;518;p118"/>
          <p:cNvSpPr txBox="1"/>
          <p:nvPr>
            <p:ph type="title"/>
          </p:nvPr>
        </p:nvSpPr>
        <p:spPr>
          <a:xfrm rot="5400000">
            <a:off x="4732338" y="2171703"/>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9" name="Google Shape;519;p118"/>
          <p:cNvSpPr txBox="1"/>
          <p:nvPr>
            <p:ph idx="1" type="body"/>
          </p:nvPr>
        </p:nvSpPr>
        <p:spPr>
          <a:xfrm rot="5400000">
            <a:off x="541338" y="190502"/>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20" name="Google Shape;520;p118"/>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1" name="Google Shape;521;p118"/>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2" name="Google Shape;522;p118"/>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523" name="Shape 523"/>
        <p:cNvGrpSpPr/>
        <p:nvPr/>
      </p:nvGrpSpPr>
      <p:grpSpPr>
        <a:xfrm>
          <a:off x="0" y="0"/>
          <a:ext cx="0" cy="0"/>
          <a:chOff x="0" y="0"/>
          <a:chExt cx="0" cy="0"/>
        </a:xfrm>
      </p:grpSpPr>
      <p:sp>
        <p:nvSpPr>
          <p:cNvPr id="524" name="Google Shape;524;p119"/>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Clr>
                <a:schemeClr val="dk1"/>
              </a:buClr>
              <a:buSzPts val="3000"/>
              <a:buFont typeface="Times New Roman"/>
              <a:buNone/>
              <a:defRPr b="0" i="0" sz="300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5" name="Google Shape;525;p119"/>
          <p:cNvSpPr txBox="1"/>
          <p:nvPr>
            <p:ph idx="1" type="body"/>
          </p:nvPr>
        </p:nvSpPr>
        <p:spPr>
          <a:xfrm>
            <a:off x="504410" y="1795271"/>
            <a:ext cx="3931285" cy="196208"/>
          </a:xfrm>
          <a:prstGeom prst="rect">
            <a:avLst/>
          </a:prstGeom>
          <a:noFill/>
          <a:ln>
            <a:noFill/>
          </a:ln>
        </p:spPr>
        <p:txBody>
          <a:bodyPr anchorCtr="0" anchor="t" bIns="0" lIns="0" spcFirstLastPara="1" rIns="0" wrap="square" tIns="0">
            <a:spAutoFit/>
          </a:bodyPr>
          <a:lstStyle>
            <a:lvl1pPr indent="-309562" lvl="0" marL="457200" algn="l">
              <a:lnSpc>
                <a:spcPct val="100000"/>
              </a:lnSpc>
              <a:spcBef>
                <a:spcPts val="255"/>
              </a:spcBef>
              <a:spcAft>
                <a:spcPts val="0"/>
              </a:spcAft>
              <a:buClr>
                <a:schemeClr val="dk1"/>
              </a:buClr>
              <a:buSzPts val="1275"/>
              <a:buChar char="•"/>
              <a:defRPr b="1" i="0" sz="1275"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26" name="Google Shape;526;p119"/>
          <p:cNvSpPr txBox="1"/>
          <p:nvPr>
            <p:ph idx="2" type="body"/>
          </p:nvPr>
        </p:nvSpPr>
        <p:spPr>
          <a:xfrm>
            <a:off x="4707890" y="1673860"/>
            <a:ext cx="3644265" cy="184666"/>
          </a:xfrm>
          <a:prstGeom prst="rect">
            <a:avLst/>
          </a:prstGeom>
          <a:noFill/>
          <a:ln>
            <a:noFill/>
          </a:ln>
        </p:spPr>
        <p:txBody>
          <a:bodyPr anchorCtr="0" anchor="t" bIns="0" lIns="0" spcFirstLastPara="1" rIns="0" wrap="square" tIns="0">
            <a:spAutoFit/>
          </a:bodyPr>
          <a:lstStyle>
            <a:lvl1pPr indent="-304800" lvl="0" marL="457200" algn="l">
              <a:lnSpc>
                <a:spcPct val="100000"/>
              </a:lnSpc>
              <a:spcBef>
                <a:spcPts val="240"/>
              </a:spcBef>
              <a:spcAft>
                <a:spcPts val="0"/>
              </a:spcAft>
              <a:buClr>
                <a:schemeClr val="dk1"/>
              </a:buClr>
              <a:buSzPts val="1200"/>
              <a:buChar char="•"/>
              <a:defRPr b="1" i="0" sz="1200"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27" name="Google Shape;527;p119"/>
          <p:cNvSpPr txBox="1"/>
          <p:nvPr>
            <p:ph idx="11" type="ftr"/>
          </p:nvPr>
        </p:nvSpPr>
        <p:spPr>
          <a:xfrm>
            <a:off x="3124200" y="6356352"/>
            <a:ext cx="2895600" cy="365125"/>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8" name="Google Shape;528;p119"/>
          <p:cNvSpPr txBox="1"/>
          <p:nvPr>
            <p:ph idx="10" type="dt"/>
          </p:nvPr>
        </p:nvSpPr>
        <p:spPr>
          <a:xfrm>
            <a:off x="457200" y="6356352"/>
            <a:ext cx="2133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9" name="Google Shape;529;p119"/>
          <p:cNvSpPr txBox="1"/>
          <p:nvPr>
            <p:ph idx="12" type="sldNum"/>
          </p:nvPr>
        </p:nvSpPr>
        <p:spPr>
          <a:xfrm>
            <a:off x="6553200" y="6356352"/>
            <a:ext cx="2133600" cy="365125"/>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6" name="Shape 536"/>
        <p:cNvGrpSpPr/>
        <p:nvPr/>
      </p:nvGrpSpPr>
      <p:grpSpPr>
        <a:xfrm>
          <a:off x="0" y="0"/>
          <a:ext cx="0" cy="0"/>
          <a:chOff x="0" y="0"/>
          <a:chExt cx="0" cy="0"/>
        </a:xfrm>
      </p:grpSpPr>
      <p:sp>
        <p:nvSpPr>
          <p:cNvPr id="537" name="Google Shape;537;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8" name="Google Shape;538;p44"/>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39" name="Google Shape;539;p44"/>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0" name="Google Shape;540;p44"/>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1" name="Google Shape;541;p44"/>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542" name="Shape 542"/>
        <p:cNvGrpSpPr/>
        <p:nvPr/>
      </p:nvGrpSpPr>
      <p:grpSpPr>
        <a:xfrm>
          <a:off x="0" y="0"/>
          <a:ext cx="0" cy="0"/>
          <a:chOff x="0" y="0"/>
          <a:chExt cx="0" cy="0"/>
        </a:xfrm>
      </p:grpSpPr>
      <p:sp>
        <p:nvSpPr>
          <p:cNvPr id="543" name="Google Shape;543;p48"/>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Clr>
                <a:schemeClr val="dk1"/>
              </a:buClr>
              <a:buSzPts val="3000"/>
              <a:buFont typeface="Times New Roman"/>
              <a:buNone/>
              <a:defRPr b="0" i="0" sz="300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4" name="Google Shape;544;p48"/>
          <p:cNvSpPr txBox="1"/>
          <p:nvPr>
            <p:ph idx="1" type="body"/>
          </p:nvPr>
        </p:nvSpPr>
        <p:spPr>
          <a:xfrm>
            <a:off x="504410" y="1795271"/>
            <a:ext cx="3931285" cy="196208"/>
          </a:xfrm>
          <a:prstGeom prst="rect">
            <a:avLst/>
          </a:prstGeom>
          <a:noFill/>
          <a:ln>
            <a:noFill/>
          </a:ln>
        </p:spPr>
        <p:txBody>
          <a:bodyPr anchorCtr="0" anchor="t" bIns="0" lIns="0" spcFirstLastPara="1" rIns="0" wrap="square" tIns="0">
            <a:spAutoFit/>
          </a:bodyPr>
          <a:lstStyle>
            <a:lvl1pPr indent="-309562" lvl="0" marL="457200" algn="l">
              <a:lnSpc>
                <a:spcPct val="100000"/>
              </a:lnSpc>
              <a:spcBef>
                <a:spcPts val="255"/>
              </a:spcBef>
              <a:spcAft>
                <a:spcPts val="0"/>
              </a:spcAft>
              <a:buClr>
                <a:schemeClr val="dk1"/>
              </a:buClr>
              <a:buSzPts val="1275"/>
              <a:buChar char="•"/>
              <a:defRPr b="1" i="0" sz="1275"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5" name="Google Shape;545;p48"/>
          <p:cNvSpPr txBox="1"/>
          <p:nvPr>
            <p:ph idx="2" type="body"/>
          </p:nvPr>
        </p:nvSpPr>
        <p:spPr>
          <a:xfrm>
            <a:off x="4707890" y="1673860"/>
            <a:ext cx="3644265" cy="184666"/>
          </a:xfrm>
          <a:prstGeom prst="rect">
            <a:avLst/>
          </a:prstGeom>
          <a:noFill/>
          <a:ln>
            <a:noFill/>
          </a:ln>
        </p:spPr>
        <p:txBody>
          <a:bodyPr anchorCtr="0" anchor="t" bIns="0" lIns="0" spcFirstLastPara="1" rIns="0" wrap="square" tIns="0">
            <a:spAutoFit/>
          </a:bodyPr>
          <a:lstStyle>
            <a:lvl1pPr indent="-304800" lvl="0" marL="457200" algn="l">
              <a:lnSpc>
                <a:spcPct val="100000"/>
              </a:lnSpc>
              <a:spcBef>
                <a:spcPts val="240"/>
              </a:spcBef>
              <a:spcAft>
                <a:spcPts val="0"/>
              </a:spcAft>
              <a:buClr>
                <a:schemeClr val="dk1"/>
              </a:buClr>
              <a:buSzPts val="1200"/>
              <a:buChar char="•"/>
              <a:defRPr b="1" i="0" sz="1200"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6" name="Google Shape;546;p48"/>
          <p:cNvSpPr txBox="1"/>
          <p:nvPr>
            <p:ph idx="11" type="ftr"/>
          </p:nvPr>
        </p:nvSpPr>
        <p:spPr>
          <a:xfrm>
            <a:off x="3124200" y="6356352"/>
            <a:ext cx="2895600" cy="365125"/>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7" name="Google Shape;547;p48"/>
          <p:cNvSpPr txBox="1"/>
          <p:nvPr>
            <p:ph idx="10" type="dt"/>
          </p:nvPr>
        </p:nvSpPr>
        <p:spPr>
          <a:xfrm>
            <a:off x="457200" y="6356352"/>
            <a:ext cx="2133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8" name="Google Shape;548;p48"/>
          <p:cNvSpPr txBox="1"/>
          <p:nvPr>
            <p:ph idx="12" type="sldNum"/>
          </p:nvPr>
        </p:nvSpPr>
        <p:spPr>
          <a:xfrm>
            <a:off x="6553200" y="6356352"/>
            <a:ext cx="2133600" cy="365125"/>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9" name="Shape 549"/>
        <p:cNvGrpSpPr/>
        <p:nvPr/>
      </p:nvGrpSpPr>
      <p:grpSpPr>
        <a:xfrm>
          <a:off x="0" y="0"/>
          <a:ext cx="0" cy="0"/>
          <a:chOff x="0" y="0"/>
          <a:chExt cx="0" cy="0"/>
        </a:xfrm>
      </p:grpSpPr>
      <p:sp>
        <p:nvSpPr>
          <p:cNvPr id="550" name="Google Shape;550;p120"/>
          <p:cNvSpPr txBox="1"/>
          <p:nvPr>
            <p:ph type="ctrTitle"/>
          </p:nvPr>
        </p:nvSpPr>
        <p:spPr>
          <a:xfrm>
            <a:off x="685800" y="2130427"/>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1" name="Google Shape;551;p1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20"/>
              </a:spcBef>
              <a:spcAft>
                <a:spcPts val="0"/>
              </a:spcAft>
              <a:buClr>
                <a:srgbClr val="888888"/>
              </a:buClr>
              <a:buSzPts val="21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552" name="Google Shape;552;p120"/>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3" name="Google Shape;553;p120"/>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4" name="Google Shape;554;p120"/>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5" name="Shape 555"/>
        <p:cNvGrpSpPr/>
        <p:nvPr/>
      </p:nvGrpSpPr>
      <p:grpSpPr>
        <a:xfrm>
          <a:off x="0" y="0"/>
          <a:ext cx="0" cy="0"/>
          <a:chOff x="0" y="0"/>
          <a:chExt cx="0" cy="0"/>
        </a:xfrm>
      </p:grpSpPr>
      <p:sp>
        <p:nvSpPr>
          <p:cNvPr id="556" name="Google Shape;556;p121"/>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7" name="Google Shape;557;p1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270"/>
              </a:spcBef>
              <a:spcAft>
                <a:spcPts val="0"/>
              </a:spcAft>
              <a:buClr>
                <a:srgbClr val="888888"/>
              </a:buClr>
              <a:buSzPts val="1350"/>
              <a:buNone/>
              <a:defRPr sz="1350">
                <a:solidFill>
                  <a:srgbClr val="888888"/>
                </a:solidFill>
              </a:defRPr>
            </a:lvl2pPr>
            <a:lvl3pPr indent="-228600" lvl="2" marL="1371600" algn="l">
              <a:lnSpc>
                <a:spcPct val="100000"/>
              </a:lnSpc>
              <a:spcBef>
                <a:spcPts val="240"/>
              </a:spcBef>
              <a:spcAft>
                <a:spcPts val="0"/>
              </a:spcAft>
              <a:buClr>
                <a:srgbClr val="888888"/>
              </a:buClr>
              <a:buSzPts val="1200"/>
              <a:buNone/>
              <a:defRPr sz="1200">
                <a:solidFill>
                  <a:srgbClr val="888888"/>
                </a:solidFill>
              </a:defRPr>
            </a:lvl3pPr>
            <a:lvl4pPr indent="-228600" lvl="3" marL="1828800" algn="l">
              <a:lnSpc>
                <a:spcPct val="100000"/>
              </a:lnSpc>
              <a:spcBef>
                <a:spcPts val="210"/>
              </a:spcBef>
              <a:spcAft>
                <a:spcPts val="0"/>
              </a:spcAft>
              <a:buClr>
                <a:srgbClr val="888888"/>
              </a:buClr>
              <a:buSzPts val="1050"/>
              <a:buNone/>
              <a:defRPr sz="1050">
                <a:solidFill>
                  <a:srgbClr val="888888"/>
                </a:solidFill>
              </a:defRPr>
            </a:lvl4pPr>
            <a:lvl5pPr indent="-228600" lvl="4" marL="2286000" algn="l">
              <a:lnSpc>
                <a:spcPct val="100000"/>
              </a:lnSpc>
              <a:spcBef>
                <a:spcPts val="210"/>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558" name="Google Shape;558;p121"/>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9" name="Google Shape;559;p121"/>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0" name="Google Shape;560;p121"/>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1" name="Shape 561"/>
        <p:cNvGrpSpPr/>
        <p:nvPr/>
      </p:nvGrpSpPr>
      <p:grpSpPr>
        <a:xfrm>
          <a:off x="0" y="0"/>
          <a:ext cx="0" cy="0"/>
          <a:chOff x="0" y="0"/>
          <a:chExt cx="0" cy="0"/>
        </a:xfrm>
      </p:grpSpPr>
      <p:sp>
        <p:nvSpPr>
          <p:cNvPr id="562" name="Google Shape;562;p1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3" name="Google Shape;563;p122"/>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564" name="Google Shape;564;p122"/>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565" name="Google Shape;565;p122"/>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6" name="Google Shape;566;p122"/>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7" name="Google Shape;567;p122"/>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8" name="Shape 568"/>
        <p:cNvGrpSpPr/>
        <p:nvPr/>
      </p:nvGrpSpPr>
      <p:grpSpPr>
        <a:xfrm>
          <a:off x="0" y="0"/>
          <a:ext cx="0" cy="0"/>
          <a:chOff x="0" y="0"/>
          <a:chExt cx="0" cy="0"/>
        </a:xfrm>
      </p:grpSpPr>
      <p:sp>
        <p:nvSpPr>
          <p:cNvPr id="569" name="Google Shape;569;p1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0" name="Google Shape;570;p1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571" name="Google Shape;571;p1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572" name="Google Shape;572;p123"/>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573" name="Google Shape;573;p123"/>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574" name="Google Shape;574;p123"/>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5" name="Google Shape;575;p123"/>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6" name="Google Shape;576;p123"/>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7" name="Shape 577"/>
        <p:cNvGrpSpPr/>
        <p:nvPr/>
      </p:nvGrpSpPr>
      <p:grpSpPr>
        <a:xfrm>
          <a:off x="0" y="0"/>
          <a:ext cx="0" cy="0"/>
          <a:chOff x="0" y="0"/>
          <a:chExt cx="0" cy="0"/>
        </a:xfrm>
      </p:grpSpPr>
      <p:sp>
        <p:nvSpPr>
          <p:cNvPr id="578" name="Google Shape;578;p1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9" name="Google Shape;579;p124"/>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0" name="Google Shape;580;p124"/>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1" name="Google Shape;581;p124"/>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2" name="Shape 582"/>
        <p:cNvGrpSpPr/>
        <p:nvPr/>
      </p:nvGrpSpPr>
      <p:grpSpPr>
        <a:xfrm>
          <a:off x="0" y="0"/>
          <a:ext cx="0" cy="0"/>
          <a:chOff x="0" y="0"/>
          <a:chExt cx="0" cy="0"/>
        </a:xfrm>
      </p:grpSpPr>
      <p:sp>
        <p:nvSpPr>
          <p:cNvPr id="583" name="Google Shape;583;p125"/>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4" name="Google Shape;584;p125"/>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5" name="Google Shape;585;p125"/>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6" name="Shape 586"/>
        <p:cNvGrpSpPr/>
        <p:nvPr/>
      </p:nvGrpSpPr>
      <p:grpSpPr>
        <a:xfrm>
          <a:off x="0" y="0"/>
          <a:ext cx="0" cy="0"/>
          <a:chOff x="0" y="0"/>
          <a:chExt cx="0" cy="0"/>
        </a:xfrm>
      </p:grpSpPr>
      <p:sp>
        <p:nvSpPr>
          <p:cNvPr id="587" name="Google Shape;587;p126"/>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8" name="Google Shape;588;p126"/>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61950" lvl="1" marL="914400" algn="l">
              <a:lnSpc>
                <a:spcPct val="100000"/>
              </a:lnSpc>
              <a:spcBef>
                <a:spcPts val="420"/>
              </a:spcBef>
              <a:spcAft>
                <a:spcPts val="0"/>
              </a:spcAft>
              <a:buClr>
                <a:schemeClr val="dk1"/>
              </a:buClr>
              <a:buSzPts val="2100"/>
              <a:buChar char="–"/>
              <a:defRPr sz="2100"/>
            </a:lvl2pPr>
            <a:lvl3pPr indent="-342900" lvl="2" marL="1371600" algn="l">
              <a:lnSpc>
                <a:spcPct val="100000"/>
              </a:lnSpc>
              <a:spcBef>
                <a:spcPts val="36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589" name="Google Shape;589;p126"/>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590" name="Google Shape;590;p126"/>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1" name="Google Shape;591;p126"/>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2" name="Google Shape;592;p126"/>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3" name="Shape 593"/>
        <p:cNvGrpSpPr/>
        <p:nvPr/>
      </p:nvGrpSpPr>
      <p:grpSpPr>
        <a:xfrm>
          <a:off x="0" y="0"/>
          <a:ext cx="0" cy="0"/>
          <a:chOff x="0" y="0"/>
          <a:chExt cx="0" cy="0"/>
        </a:xfrm>
      </p:grpSpPr>
      <p:sp>
        <p:nvSpPr>
          <p:cNvPr id="594" name="Google Shape;594;p1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5" name="Google Shape;595;p127"/>
          <p:cNvSpPr/>
          <p:nvPr>
            <p:ph idx="2" type="pic"/>
          </p:nvPr>
        </p:nvSpPr>
        <p:spPr>
          <a:xfrm>
            <a:off x="1792288" y="612775"/>
            <a:ext cx="5486400" cy="4114800"/>
          </a:xfrm>
          <a:prstGeom prst="rect">
            <a:avLst/>
          </a:prstGeom>
          <a:noFill/>
          <a:ln>
            <a:noFill/>
          </a:ln>
        </p:spPr>
      </p:sp>
      <p:sp>
        <p:nvSpPr>
          <p:cNvPr id="596" name="Google Shape;596;p1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597" name="Google Shape;597;p127"/>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8" name="Google Shape;598;p127"/>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9" name="Google Shape;599;p127"/>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00" name="Shape 600"/>
        <p:cNvGrpSpPr/>
        <p:nvPr/>
      </p:nvGrpSpPr>
      <p:grpSpPr>
        <a:xfrm>
          <a:off x="0" y="0"/>
          <a:ext cx="0" cy="0"/>
          <a:chOff x="0" y="0"/>
          <a:chExt cx="0" cy="0"/>
        </a:xfrm>
      </p:grpSpPr>
      <p:sp>
        <p:nvSpPr>
          <p:cNvPr id="601" name="Google Shape;601;p1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2" name="Google Shape;602;p128"/>
          <p:cNvSpPr txBox="1"/>
          <p:nvPr>
            <p:ph idx="1" type="body"/>
          </p:nvPr>
        </p:nvSpPr>
        <p:spPr>
          <a:xfrm rot="5400000">
            <a:off x="2309019" y="-251617"/>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03" name="Google Shape;603;p128"/>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4" name="Google Shape;604;p128"/>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5" name="Google Shape;605;p128"/>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06" name="Shape 606"/>
        <p:cNvGrpSpPr/>
        <p:nvPr/>
      </p:nvGrpSpPr>
      <p:grpSpPr>
        <a:xfrm>
          <a:off x="0" y="0"/>
          <a:ext cx="0" cy="0"/>
          <a:chOff x="0" y="0"/>
          <a:chExt cx="0" cy="0"/>
        </a:xfrm>
      </p:grpSpPr>
      <p:sp>
        <p:nvSpPr>
          <p:cNvPr id="607" name="Google Shape;607;p129"/>
          <p:cNvSpPr txBox="1"/>
          <p:nvPr>
            <p:ph type="title"/>
          </p:nvPr>
        </p:nvSpPr>
        <p:spPr>
          <a:xfrm rot="5400000">
            <a:off x="4732338" y="2171703"/>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8" name="Google Shape;608;p129"/>
          <p:cNvSpPr txBox="1"/>
          <p:nvPr>
            <p:ph idx="1" type="body"/>
          </p:nvPr>
        </p:nvSpPr>
        <p:spPr>
          <a:xfrm rot="5400000">
            <a:off x="541338" y="190502"/>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09" name="Google Shape;609;p129"/>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0" name="Google Shape;610;p129"/>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1" name="Google Shape;611;p129"/>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18" name="Shape 618"/>
        <p:cNvGrpSpPr/>
        <p:nvPr/>
      </p:nvGrpSpPr>
      <p:grpSpPr>
        <a:xfrm>
          <a:off x="0" y="0"/>
          <a:ext cx="0" cy="0"/>
          <a:chOff x="0" y="0"/>
          <a:chExt cx="0" cy="0"/>
        </a:xfrm>
      </p:grpSpPr>
      <p:sp>
        <p:nvSpPr>
          <p:cNvPr id="619" name="Google Shape;619;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0" name="Google Shape;620;p46"/>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1" name="Google Shape;621;p46"/>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2" name="Google Shape;622;p46"/>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3" name="Google Shape;623;p46"/>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4" name="Shape 624"/>
        <p:cNvGrpSpPr/>
        <p:nvPr/>
      </p:nvGrpSpPr>
      <p:grpSpPr>
        <a:xfrm>
          <a:off x="0" y="0"/>
          <a:ext cx="0" cy="0"/>
          <a:chOff x="0" y="0"/>
          <a:chExt cx="0" cy="0"/>
        </a:xfrm>
      </p:grpSpPr>
      <p:sp>
        <p:nvSpPr>
          <p:cNvPr id="625" name="Google Shape;625;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6" name="Google Shape;626;p47"/>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7" name="Google Shape;627;p47"/>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8" name="Google Shape;628;p47"/>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9" name="Shape 629"/>
        <p:cNvGrpSpPr/>
        <p:nvPr/>
      </p:nvGrpSpPr>
      <p:grpSpPr>
        <a:xfrm>
          <a:off x="0" y="0"/>
          <a:ext cx="0" cy="0"/>
          <a:chOff x="0" y="0"/>
          <a:chExt cx="0" cy="0"/>
        </a:xfrm>
      </p:grpSpPr>
      <p:sp>
        <p:nvSpPr>
          <p:cNvPr id="630" name="Google Shape;630;p130"/>
          <p:cNvSpPr txBox="1"/>
          <p:nvPr>
            <p:ph type="ctrTitle"/>
          </p:nvPr>
        </p:nvSpPr>
        <p:spPr>
          <a:xfrm>
            <a:off x="685800" y="2130427"/>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1" name="Google Shape;631;p13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20"/>
              </a:spcBef>
              <a:spcAft>
                <a:spcPts val="0"/>
              </a:spcAft>
              <a:buClr>
                <a:srgbClr val="888888"/>
              </a:buClr>
              <a:buSzPts val="21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632" name="Google Shape;632;p130"/>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3" name="Google Shape;633;p130"/>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4" name="Google Shape;634;p130"/>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5" name="Shape 635"/>
        <p:cNvGrpSpPr/>
        <p:nvPr/>
      </p:nvGrpSpPr>
      <p:grpSpPr>
        <a:xfrm>
          <a:off x="0" y="0"/>
          <a:ext cx="0" cy="0"/>
          <a:chOff x="0" y="0"/>
          <a:chExt cx="0" cy="0"/>
        </a:xfrm>
      </p:grpSpPr>
      <p:sp>
        <p:nvSpPr>
          <p:cNvPr id="636" name="Google Shape;636;p131"/>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7" name="Google Shape;637;p1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270"/>
              </a:spcBef>
              <a:spcAft>
                <a:spcPts val="0"/>
              </a:spcAft>
              <a:buClr>
                <a:srgbClr val="888888"/>
              </a:buClr>
              <a:buSzPts val="1350"/>
              <a:buNone/>
              <a:defRPr sz="1350">
                <a:solidFill>
                  <a:srgbClr val="888888"/>
                </a:solidFill>
              </a:defRPr>
            </a:lvl2pPr>
            <a:lvl3pPr indent="-228600" lvl="2" marL="1371600" algn="l">
              <a:lnSpc>
                <a:spcPct val="100000"/>
              </a:lnSpc>
              <a:spcBef>
                <a:spcPts val="240"/>
              </a:spcBef>
              <a:spcAft>
                <a:spcPts val="0"/>
              </a:spcAft>
              <a:buClr>
                <a:srgbClr val="888888"/>
              </a:buClr>
              <a:buSzPts val="1200"/>
              <a:buNone/>
              <a:defRPr sz="1200">
                <a:solidFill>
                  <a:srgbClr val="888888"/>
                </a:solidFill>
              </a:defRPr>
            </a:lvl3pPr>
            <a:lvl4pPr indent="-228600" lvl="3" marL="1828800" algn="l">
              <a:lnSpc>
                <a:spcPct val="100000"/>
              </a:lnSpc>
              <a:spcBef>
                <a:spcPts val="210"/>
              </a:spcBef>
              <a:spcAft>
                <a:spcPts val="0"/>
              </a:spcAft>
              <a:buClr>
                <a:srgbClr val="888888"/>
              </a:buClr>
              <a:buSzPts val="1050"/>
              <a:buNone/>
              <a:defRPr sz="1050">
                <a:solidFill>
                  <a:srgbClr val="888888"/>
                </a:solidFill>
              </a:defRPr>
            </a:lvl4pPr>
            <a:lvl5pPr indent="-228600" lvl="4" marL="2286000" algn="l">
              <a:lnSpc>
                <a:spcPct val="100000"/>
              </a:lnSpc>
              <a:spcBef>
                <a:spcPts val="210"/>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638" name="Google Shape;638;p131"/>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9" name="Google Shape;639;p131"/>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0" name="Google Shape;640;p131"/>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41" name="Shape 641"/>
        <p:cNvGrpSpPr/>
        <p:nvPr/>
      </p:nvGrpSpPr>
      <p:grpSpPr>
        <a:xfrm>
          <a:off x="0" y="0"/>
          <a:ext cx="0" cy="0"/>
          <a:chOff x="0" y="0"/>
          <a:chExt cx="0" cy="0"/>
        </a:xfrm>
      </p:grpSpPr>
      <p:sp>
        <p:nvSpPr>
          <p:cNvPr id="642" name="Google Shape;642;p1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3" name="Google Shape;643;p132"/>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644" name="Google Shape;644;p132"/>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645" name="Google Shape;645;p132"/>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6" name="Google Shape;646;p132"/>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7" name="Google Shape;647;p132"/>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48" name="Shape 648"/>
        <p:cNvGrpSpPr/>
        <p:nvPr/>
      </p:nvGrpSpPr>
      <p:grpSpPr>
        <a:xfrm>
          <a:off x="0" y="0"/>
          <a:ext cx="0" cy="0"/>
          <a:chOff x="0" y="0"/>
          <a:chExt cx="0" cy="0"/>
        </a:xfrm>
      </p:grpSpPr>
      <p:sp>
        <p:nvSpPr>
          <p:cNvPr id="649" name="Google Shape;649;p1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0" name="Google Shape;650;p1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651" name="Google Shape;651;p1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652" name="Google Shape;652;p133"/>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653" name="Google Shape;653;p133"/>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654" name="Google Shape;654;p133"/>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5" name="Google Shape;655;p133"/>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6" name="Google Shape;656;p133"/>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7" name="Shape 657"/>
        <p:cNvGrpSpPr/>
        <p:nvPr/>
      </p:nvGrpSpPr>
      <p:grpSpPr>
        <a:xfrm>
          <a:off x="0" y="0"/>
          <a:ext cx="0" cy="0"/>
          <a:chOff x="0" y="0"/>
          <a:chExt cx="0" cy="0"/>
        </a:xfrm>
      </p:grpSpPr>
      <p:sp>
        <p:nvSpPr>
          <p:cNvPr id="658" name="Google Shape;658;p134"/>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9" name="Google Shape;659;p134"/>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0" name="Google Shape;660;p134"/>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1" name="Shape 661"/>
        <p:cNvGrpSpPr/>
        <p:nvPr/>
      </p:nvGrpSpPr>
      <p:grpSpPr>
        <a:xfrm>
          <a:off x="0" y="0"/>
          <a:ext cx="0" cy="0"/>
          <a:chOff x="0" y="0"/>
          <a:chExt cx="0" cy="0"/>
        </a:xfrm>
      </p:grpSpPr>
      <p:sp>
        <p:nvSpPr>
          <p:cNvPr id="662" name="Google Shape;662;p135"/>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3" name="Google Shape;663;p135"/>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61950" lvl="1" marL="914400" algn="l">
              <a:lnSpc>
                <a:spcPct val="100000"/>
              </a:lnSpc>
              <a:spcBef>
                <a:spcPts val="420"/>
              </a:spcBef>
              <a:spcAft>
                <a:spcPts val="0"/>
              </a:spcAft>
              <a:buClr>
                <a:schemeClr val="dk1"/>
              </a:buClr>
              <a:buSzPts val="2100"/>
              <a:buChar char="–"/>
              <a:defRPr sz="2100"/>
            </a:lvl2pPr>
            <a:lvl3pPr indent="-342900" lvl="2" marL="1371600" algn="l">
              <a:lnSpc>
                <a:spcPct val="100000"/>
              </a:lnSpc>
              <a:spcBef>
                <a:spcPts val="36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664" name="Google Shape;664;p135"/>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665" name="Google Shape;665;p135"/>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6" name="Google Shape;666;p135"/>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7" name="Google Shape;667;p135"/>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8" name="Shape 668"/>
        <p:cNvGrpSpPr/>
        <p:nvPr/>
      </p:nvGrpSpPr>
      <p:grpSpPr>
        <a:xfrm>
          <a:off x="0" y="0"/>
          <a:ext cx="0" cy="0"/>
          <a:chOff x="0" y="0"/>
          <a:chExt cx="0" cy="0"/>
        </a:xfrm>
      </p:grpSpPr>
      <p:sp>
        <p:nvSpPr>
          <p:cNvPr id="669" name="Google Shape;669;p1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0" name="Google Shape;670;p136"/>
          <p:cNvSpPr/>
          <p:nvPr>
            <p:ph idx="2" type="pic"/>
          </p:nvPr>
        </p:nvSpPr>
        <p:spPr>
          <a:xfrm>
            <a:off x="1792288" y="612775"/>
            <a:ext cx="5486400" cy="4114800"/>
          </a:xfrm>
          <a:prstGeom prst="rect">
            <a:avLst/>
          </a:prstGeom>
          <a:noFill/>
          <a:ln>
            <a:noFill/>
          </a:ln>
        </p:spPr>
      </p:sp>
      <p:sp>
        <p:nvSpPr>
          <p:cNvPr id="671" name="Google Shape;671;p1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672" name="Google Shape;672;p136"/>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3" name="Google Shape;673;p136"/>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4" name="Google Shape;674;p136"/>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75" name="Shape 675"/>
        <p:cNvGrpSpPr/>
        <p:nvPr/>
      </p:nvGrpSpPr>
      <p:grpSpPr>
        <a:xfrm>
          <a:off x="0" y="0"/>
          <a:ext cx="0" cy="0"/>
          <a:chOff x="0" y="0"/>
          <a:chExt cx="0" cy="0"/>
        </a:xfrm>
      </p:grpSpPr>
      <p:sp>
        <p:nvSpPr>
          <p:cNvPr id="676" name="Google Shape;676;p1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7" name="Google Shape;677;p137"/>
          <p:cNvSpPr txBox="1"/>
          <p:nvPr>
            <p:ph idx="1" type="body"/>
          </p:nvPr>
        </p:nvSpPr>
        <p:spPr>
          <a:xfrm rot="5400000">
            <a:off x="2309019" y="-251617"/>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78" name="Google Shape;678;p137"/>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9" name="Google Shape;679;p137"/>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0" name="Google Shape;680;p137"/>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1" name="Shape 681"/>
        <p:cNvGrpSpPr/>
        <p:nvPr/>
      </p:nvGrpSpPr>
      <p:grpSpPr>
        <a:xfrm>
          <a:off x="0" y="0"/>
          <a:ext cx="0" cy="0"/>
          <a:chOff x="0" y="0"/>
          <a:chExt cx="0" cy="0"/>
        </a:xfrm>
      </p:grpSpPr>
      <p:sp>
        <p:nvSpPr>
          <p:cNvPr id="682" name="Google Shape;682;p138"/>
          <p:cNvSpPr txBox="1"/>
          <p:nvPr>
            <p:ph type="title"/>
          </p:nvPr>
        </p:nvSpPr>
        <p:spPr>
          <a:xfrm rot="5400000">
            <a:off x="4732338" y="2171703"/>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3" name="Google Shape;683;p138"/>
          <p:cNvSpPr txBox="1"/>
          <p:nvPr>
            <p:ph idx="1" type="body"/>
          </p:nvPr>
        </p:nvSpPr>
        <p:spPr>
          <a:xfrm rot="5400000">
            <a:off x="541338" y="190502"/>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84" name="Google Shape;684;p138"/>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5" name="Google Shape;685;p138"/>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6" name="Google Shape;686;p138"/>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687" name="Shape 687"/>
        <p:cNvGrpSpPr/>
        <p:nvPr/>
      </p:nvGrpSpPr>
      <p:grpSpPr>
        <a:xfrm>
          <a:off x="0" y="0"/>
          <a:ext cx="0" cy="0"/>
          <a:chOff x="0" y="0"/>
          <a:chExt cx="0" cy="0"/>
        </a:xfrm>
      </p:grpSpPr>
      <p:sp>
        <p:nvSpPr>
          <p:cNvPr id="688" name="Google Shape;688;p139"/>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Clr>
                <a:schemeClr val="dk1"/>
              </a:buClr>
              <a:buSzPts val="3000"/>
              <a:buFont typeface="Times New Roman"/>
              <a:buNone/>
              <a:defRPr b="0" i="0" sz="300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9" name="Google Shape;689;p139"/>
          <p:cNvSpPr txBox="1"/>
          <p:nvPr>
            <p:ph idx="1" type="body"/>
          </p:nvPr>
        </p:nvSpPr>
        <p:spPr>
          <a:xfrm>
            <a:off x="504410" y="1795271"/>
            <a:ext cx="3931285" cy="196208"/>
          </a:xfrm>
          <a:prstGeom prst="rect">
            <a:avLst/>
          </a:prstGeom>
          <a:noFill/>
          <a:ln>
            <a:noFill/>
          </a:ln>
        </p:spPr>
        <p:txBody>
          <a:bodyPr anchorCtr="0" anchor="t" bIns="0" lIns="0" spcFirstLastPara="1" rIns="0" wrap="square" tIns="0">
            <a:spAutoFit/>
          </a:bodyPr>
          <a:lstStyle>
            <a:lvl1pPr indent="-309562" lvl="0" marL="457200" algn="l">
              <a:lnSpc>
                <a:spcPct val="100000"/>
              </a:lnSpc>
              <a:spcBef>
                <a:spcPts val="255"/>
              </a:spcBef>
              <a:spcAft>
                <a:spcPts val="0"/>
              </a:spcAft>
              <a:buClr>
                <a:schemeClr val="dk1"/>
              </a:buClr>
              <a:buSzPts val="1275"/>
              <a:buChar char="•"/>
              <a:defRPr b="1" i="0" sz="1275"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0" name="Google Shape;690;p139"/>
          <p:cNvSpPr txBox="1"/>
          <p:nvPr>
            <p:ph idx="2" type="body"/>
          </p:nvPr>
        </p:nvSpPr>
        <p:spPr>
          <a:xfrm>
            <a:off x="4707890" y="1673860"/>
            <a:ext cx="3644265" cy="184666"/>
          </a:xfrm>
          <a:prstGeom prst="rect">
            <a:avLst/>
          </a:prstGeom>
          <a:noFill/>
          <a:ln>
            <a:noFill/>
          </a:ln>
        </p:spPr>
        <p:txBody>
          <a:bodyPr anchorCtr="0" anchor="t" bIns="0" lIns="0" spcFirstLastPara="1" rIns="0" wrap="square" tIns="0">
            <a:spAutoFit/>
          </a:bodyPr>
          <a:lstStyle>
            <a:lvl1pPr indent="-304800" lvl="0" marL="457200" algn="l">
              <a:lnSpc>
                <a:spcPct val="100000"/>
              </a:lnSpc>
              <a:spcBef>
                <a:spcPts val="240"/>
              </a:spcBef>
              <a:spcAft>
                <a:spcPts val="0"/>
              </a:spcAft>
              <a:buClr>
                <a:schemeClr val="dk1"/>
              </a:buClr>
              <a:buSzPts val="1200"/>
              <a:buChar char="•"/>
              <a:defRPr b="1" i="0" sz="1200" u="sng">
                <a:solidFill>
                  <a:schemeClr val="dk1"/>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1" name="Google Shape;691;p139"/>
          <p:cNvSpPr txBox="1"/>
          <p:nvPr>
            <p:ph idx="11" type="ftr"/>
          </p:nvPr>
        </p:nvSpPr>
        <p:spPr>
          <a:xfrm>
            <a:off x="3124200" y="6356352"/>
            <a:ext cx="2895600" cy="365125"/>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2" name="Google Shape;692;p139"/>
          <p:cNvSpPr txBox="1"/>
          <p:nvPr>
            <p:ph idx="10" type="dt"/>
          </p:nvPr>
        </p:nvSpPr>
        <p:spPr>
          <a:xfrm>
            <a:off x="457200" y="6356352"/>
            <a:ext cx="2133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3" name="Google Shape;693;p139"/>
          <p:cNvSpPr txBox="1"/>
          <p:nvPr>
            <p:ph idx="12" type="sldNum"/>
          </p:nvPr>
        </p:nvSpPr>
        <p:spPr>
          <a:xfrm>
            <a:off x="6553200" y="6356352"/>
            <a:ext cx="2133600" cy="365125"/>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7.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8.xml"/><Relationship Id="rId10" Type="http://schemas.openxmlformats.org/officeDocument/2006/relationships/slideLayout" Target="../slideLayouts/slideLayout27.xml"/><Relationship Id="rId13" Type="http://schemas.openxmlformats.org/officeDocument/2006/relationships/theme" Target="../theme/theme9.xml"/><Relationship Id="rId12" Type="http://schemas.openxmlformats.org/officeDocument/2006/relationships/slideLayout" Target="../slideLayouts/slideLayout29.xml"/><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0.xml"/><Relationship Id="rId10" Type="http://schemas.openxmlformats.org/officeDocument/2006/relationships/slideLayout" Target="../slideLayouts/slideLayout39.xml"/><Relationship Id="rId13" Type="http://schemas.openxmlformats.org/officeDocument/2006/relationships/theme" Target="../theme/theme6.xml"/><Relationship Id="rId12" Type="http://schemas.openxmlformats.org/officeDocument/2006/relationships/slideLayout" Target="../slideLayouts/slideLayout41.xml"/><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9" Type="http://schemas.openxmlformats.org/officeDocument/2006/relationships/slideLayout" Target="../slideLayouts/slideLayout38.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2.xml"/><Relationship Id="rId10" Type="http://schemas.openxmlformats.org/officeDocument/2006/relationships/slideLayout" Target="../slideLayouts/slideLayout51.xml"/><Relationship Id="rId13" Type="http://schemas.openxmlformats.org/officeDocument/2006/relationships/theme" Target="../theme/theme3.xml"/><Relationship Id="rId12" Type="http://schemas.openxmlformats.org/officeDocument/2006/relationships/slideLayout" Target="../slideLayouts/slideLayout53.xml"/><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5" Type="http://schemas.openxmlformats.org/officeDocument/2006/relationships/slideLayout" Target="../slideLayouts/slideLayout46.xml"/><Relationship Id="rId6" Type="http://schemas.openxmlformats.org/officeDocument/2006/relationships/slideLayout" Target="../slideLayouts/slideLayout47.xml"/><Relationship Id="rId7" Type="http://schemas.openxmlformats.org/officeDocument/2006/relationships/slideLayout" Target="../slideLayouts/slideLayout48.xml"/><Relationship Id="rId8"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64.xml"/><Relationship Id="rId10" Type="http://schemas.openxmlformats.org/officeDocument/2006/relationships/slideLayout" Target="../slideLayouts/slideLayout63.xml"/><Relationship Id="rId13" Type="http://schemas.openxmlformats.org/officeDocument/2006/relationships/theme" Target="../theme/theme4.xml"/><Relationship Id="rId12" Type="http://schemas.openxmlformats.org/officeDocument/2006/relationships/slideLayout" Target="../slideLayouts/slideLayout65.xml"/><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slideLayout" Target="../slideLayouts/slideLayout56.xml"/><Relationship Id="rId4" Type="http://schemas.openxmlformats.org/officeDocument/2006/relationships/slideLayout" Target="../slideLayouts/slideLayout57.xml"/><Relationship Id="rId9" Type="http://schemas.openxmlformats.org/officeDocument/2006/relationships/slideLayout" Target="../slideLayouts/slideLayout62.xml"/><Relationship Id="rId5" Type="http://schemas.openxmlformats.org/officeDocument/2006/relationships/slideLayout" Target="../slideLayouts/slideLayout58.xml"/><Relationship Id="rId6" Type="http://schemas.openxmlformats.org/officeDocument/2006/relationships/slideLayout" Target="../slideLayouts/slideLayout59.xml"/><Relationship Id="rId7" Type="http://schemas.openxmlformats.org/officeDocument/2006/relationships/slideLayout" Target="../slideLayouts/slideLayout60.xml"/><Relationship Id="rId8" Type="http://schemas.openxmlformats.org/officeDocument/2006/relationships/slideLayout" Target="../slideLayouts/slideLayout61.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76.xml"/><Relationship Id="rId10" Type="http://schemas.openxmlformats.org/officeDocument/2006/relationships/slideLayout" Target="../slideLayouts/slideLayout75.xml"/><Relationship Id="rId13" Type="http://schemas.openxmlformats.org/officeDocument/2006/relationships/theme" Target="../theme/theme5.xml"/><Relationship Id="rId12" Type="http://schemas.openxmlformats.org/officeDocument/2006/relationships/slideLayout" Target="../slideLayouts/slideLayout77.xml"/><Relationship Id="rId1" Type="http://schemas.openxmlformats.org/officeDocument/2006/relationships/slideLayout" Target="../slideLayouts/slideLayout66.xml"/><Relationship Id="rId2" Type="http://schemas.openxmlformats.org/officeDocument/2006/relationships/slideLayout" Target="../slideLayouts/slideLayout67.xml"/><Relationship Id="rId3" Type="http://schemas.openxmlformats.org/officeDocument/2006/relationships/slideLayout" Target="../slideLayouts/slideLayout68.xml"/><Relationship Id="rId4" Type="http://schemas.openxmlformats.org/officeDocument/2006/relationships/slideLayout" Target="../slideLayouts/slideLayout69.xml"/><Relationship Id="rId9" Type="http://schemas.openxmlformats.org/officeDocument/2006/relationships/slideLayout" Target="../slideLayouts/slideLayout74.xml"/><Relationship Id="rId5" Type="http://schemas.openxmlformats.org/officeDocument/2006/relationships/slideLayout" Target="../slideLayouts/slideLayout70.xml"/><Relationship Id="rId6" Type="http://schemas.openxmlformats.org/officeDocument/2006/relationships/slideLayout" Target="../slideLayouts/slideLayout71.xml"/><Relationship Id="rId7" Type="http://schemas.openxmlformats.org/officeDocument/2006/relationships/slideLayout" Target="../slideLayouts/slideLayout72.xml"/><Relationship Id="rId8" Type="http://schemas.openxmlformats.org/officeDocument/2006/relationships/slideLayout" Target="../slideLayouts/slideLayout73.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88.xml"/><Relationship Id="rId10" Type="http://schemas.openxmlformats.org/officeDocument/2006/relationships/slideLayout" Target="../slideLayouts/slideLayout87.xml"/><Relationship Id="rId13" Type="http://schemas.openxmlformats.org/officeDocument/2006/relationships/theme" Target="../theme/theme8.xml"/><Relationship Id="rId12" Type="http://schemas.openxmlformats.org/officeDocument/2006/relationships/slideLayout" Target="../slideLayouts/slideLayout89.xml"/><Relationship Id="rId1" Type="http://schemas.openxmlformats.org/officeDocument/2006/relationships/slideLayout" Target="../slideLayouts/slideLayout78.xml"/><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9" Type="http://schemas.openxmlformats.org/officeDocument/2006/relationships/slideLayout" Target="../slideLayouts/slideLayout86.xml"/><Relationship Id="rId5" Type="http://schemas.openxmlformats.org/officeDocument/2006/relationships/slideLayout" Target="../slideLayouts/slideLayout82.xml"/><Relationship Id="rId6" Type="http://schemas.openxmlformats.org/officeDocument/2006/relationships/slideLayout" Target="../slideLayouts/slideLayout83.xml"/><Relationship Id="rId7" Type="http://schemas.openxmlformats.org/officeDocument/2006/relationships/slideLayout" Target="../slideLayouts/slideLayout84.xml"/><Relationship Id="rId8" Type="http://schemas.openxmlformats.org/officeDocument/2006/relationships/slideLayout" Target="../slideLayouts/slideLayout85.xml"/></Relationships>
</file>

<file path=ppt/slideMasters/_rels/slideMaster8.xml.rels><?xml version="1.0" encoding="UTF-8" standalone="yes"?><Relationships xmlns="http://schemas.openxmlformats.org/package/2006/relationships"><Relationship Id="rId11" Type="http://schemas.openxmlformats.org/officeDocument/2006/relationships/slideLayout" Target="../slideLayouts/slideLayout100.xml"/><Relationship Id="rId10" Type="http://schemas.openxmlformats.org/officeDocument/2006/relationships/slideLayout" Target="../slideLayouts/slideLayout99.xml"/><Relationship Id="rId13" Type="http://schemas.openxmlformats.org/officeDocument/2006/relationships/theme" Target="../theme/theme1.xml"/><Relationship Id="rId12" Type="http://schemas.openxmlformats.org/officeDocument/2006/relationships/slideLayout" Target="../slideLayouts/slideLayout101.xml"/><Relationship Id="rId1" Type="http://schemas.openxmlformats.org/officeDocument/2006/relationships/slideLayout" Target="../slideLayouts/slideLayout90.xml"/><Relationship Id="rId2" Type="http://schemas.openxmlformats.org/officeDocument/2006/relationships/slideLayout" Target="../slideLayouts/slideLayout91.xml"/><Relationship Id="rId3" Type="http://schemas.openxmlformats.org/officeDocument/2006/relationships/slideLayout" Target="../slideLayouts/slideLayout92.xml"/><Relationship Id="rId4" Type="http://schemas.openxmlformats.org/officeDocument/2006/relationships/slideLayout" Target="../slideLayouts/slideLayout93.xml"/><Relationship Id="rId9" Type="http://schemas.openxmlformats.org/officeDocument/2006/relationships/slideLayout" Target="../slideLayouts/slideLayout98.xml"/><Relationship Id="rId5" Type="http://schemas.openxmlformats.org/officeDocument/2006/relationships/slideLayout" Target="../slideLayouts/slideLayout94.xml"/><Relationship Id="rId6" Type="http://schemas.openxmlformats.org/officeDocument/2006/relationships/slideLayout" Target="../slideLayouts/slideLayout95.xml"/><Relationship Id="rId7" Type="http://schemas.openxmlformats.org/officeDocument/2006/relationships/slideLayout" Target="../slideLayouts/slideLayout96.xml"/><Relationship Id="rId8" Type="http://schemas.openxmlformats.org/officeDocument/2006/relationships/slideLayout" Target="../slideLayouts/slideLayout9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mt="18000"/>
          </a:blip>
          <a:stretch>
            <a:fillRect/>
          </a:stretch>
        </a:blip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Times New Roman"/>
              <a:buNone/>
              <a:defRPr b="0" i="0" sz="4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sp>
        <p:nvSpPr>
          <p:cNvPr id="121" name="Google Shape;12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33"/>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3" name="Google Shape;123;p33"/>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4" name="Google Shape;124;p33"/>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5" name="Google Shape;125;p33"/>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sp>
        <p:nvSpPr>
          <p:cNvPr id="203" name="Google Shape;203;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4" name="Google Shape;204;p35"/>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205" name="Google Shape;205;p35"/>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6" name="Google Shape;206;p35"/>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7" name="Google Shape;207;p35"/>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4" name="Shape 284"/>
        <p:cNvGrpSpPr/>
        <p:nvPr/>
      </p:nvGrpSpPr>
      <p:grpSpPr>
        <a:xfrm>
          <a:off x="0" y="0"/>
          <a:ext cx="0" cy="0"/>
          <a:chOff x="0" y="0"/>
          <a:chExt cx="0" cy="0"/>
        </a:xfrm>
      </p:grpSpPr>
      <p:sp>
        <p:nvSpPr>
          <p:cNvPr id="285" name="Google Shape;285;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6" name="Google Shape;286;p37"/>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287" name="Google Shape;287;p37"/>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8" name="Google Shape;288;p37"/>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9" name="Google Shape;289;p37"/>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6" name="Shape 366"/>
        <p:cNvGrpSpPr/>
        <p:nvPr/>
      </p:nvGrpSpPr>
      <p:grpSpPr>
        <a:xfrm>
          <a:off x="0" y="0"/>
          <a:ext cx="0" cy="0"/>
          <a:chOff x="0" y="0"/>
          <a:chExt cx="0" cy="0"/>
        </a:xfrm>
      </p:grpSpPr>
      <p:sp>
        <p:nvSpPr>
          <p:cNvPr id="367" name="Google Shape;367;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68" name="Google Shape;368;p39"/>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369" name="Google Shape;369;p39"/>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70" name="Google Shape;370;p39"/>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71" name="Google Shape;371;p39"/>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8" name="Shape 448"/>
        <p:cNvGrpSpPr/>
        <p:nvPr/>
      </p:nvGrpSpPr>
      <p:grpSpPr>
        <a:xfrm>
          <a:off x="0" y="0"/>
          <a:ext cx="0" cy="0"/>
          <a:chOff x="0" y="0"/>
          <a:chExt cx="0" cy="0"/>
        </a:xfrm>
      </p:grpSpPr>
      <p:sp>
        <p:nvSpPr>
          <p:cNvPr id="449" name="Google Shape;449;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0" name="Google Shape;450;p41"/>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451" name="Google Shape;451;p41"/>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2" name="Google Shape;452;p41"/>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3" name="Google Shape;453;p41"/>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0" name="Shape 530"/>
        <p:cNvGrpSpPr/>
        <p:nvPr/>
      </p:nvGrpSpPr>
      <p:grpSpPr>
        <a:xfrm>
          <a:off x="0" y="0"/>
          <a:ext cx="0" cy="0"/>
          <a:chOff x="0" y="0"/>
          <a:chExt cx="0" cy="0"/>
        </a:xfrm>
      </p:grpSpPr>
      <p:sp>
        <p:nvSpPr>
          <p:cNvPr id="531" name="Google Shape;531;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32" name="Google Shape;532;p43"/>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3" name="Google Shape;533;p43"/>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34" name="Google Shape;534;p43"/>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35" name="Google Shape;535;p43"/>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2" name="Shape 612"/>
        <p:cNvGrpSpPr/>
        <p:nvPr/>
      </p:nvGrpSpPr>
      <p:grpSpPr>
        <a:xfrm>
          <a:off x="0" y="0"/>
          <a:ext cx="0" cy="0"/>
          <a:chOff x="0" y="0"/>
          <a:chExt cx="0" cy="0"/>
        </a:xfrm>
      </p:grpSpPr>
      <p:sp>
        <p:nvSpPr>
          <p:cNvPr id="613" name="Google Shape;613;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4" name="Google Shape;614;p45"/>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615" name="Google Shape;615;p45"/>
          <p:cNvSpPr txBox="1"/>
          <p:nvPr>
            <p:ph idx="10" type="dt"/>
          </p:nvPr>
        </p:nvSpPr>
        <p:spPr>
          <a:xfrm>
            <a:off x="457200" y="6356352"/>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16" name="Google Shape;616;p45"/>
          <p:cNvSpPr txBox="1"/>
          <p:nvPr>
            <p:ph idx="11" type="ftr"/>
          </p:nvPr>
        </p:nvSpPr>
        <p:spPr>
          <a:xfrm>
            <a:off x="3124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17" name="Google Shape;617;p45"/>
          <p:cNvSpPr txBox="1"/>
          <p:nvPr>
            <p:ph idx="12" type="sldNum"/>
          </p:nvPr>
        </p:nvSpPr>
        <p:spPr>
          <a:xfrm>
            <a:off x="6553200" y="6356352"/>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4.jpg"/><Relationship Id="rId5"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 Id="rId3" Type="http://schemas.openxmlformats.org/officeDocument/2006/relationships/vmlDrawing" Target="../drawings/vmlDrawing1.vml"/><Relationship Id="rId4" Type="http://schemas.openxmlformats.org/officeDocument/2006/relationships/oleObject" Target="../embeddings/oleObject1.bin"/><Relationship Id="rId9" Type="http://schemas.openxmlformats.org/officeDocument/2006/relationships/image" Target="../media/image6.png"/><Relationship Id="rId5" Type="http://schemas.openxmlformats.org/officeDocument/2006/relationships/oleObject" Target="../embeddings/oleObject1.bin"/><Relationship Id="rId6" Type="http://schemas.openxmlformats.org/officeDocument/2006/relationships/image" Target="../media/image5.png"/><Relationship Id="rId7" Type="http://schemas.openxmlformats.org/officeDocument/2006/relationships/oleObject" Target="../embeddings/oleObject2.bin"/><Relationship Id="rId8"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notesSlide" Target="../notesSlides/notesSlide19.xml"/><Relationship Id="rId3" Type="http://schemas.openxmlformats.org/officeDocument/2006/relationships/image" Target="../media/image15.jp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notesSlide" Target="../notesSlides/notesSlide20.xml"/><Relationship Id="rId3" Type="http://schemas.openxmlformats.org/officeDocument/2006/relationships/image" Target="../media/image13.jp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1.xml"/><Relationship Id="rId2" Type="http://schemas.openxmlformats.org/officeDocument/2006/relationships/notesSlide" Target="../notesSlides/notesSlide21.xml"/><Relationship Id="rId3" Type="http://schemas.openxmlformats.org/officeDocument/2006/relationships/image" Target="../media/image18.jp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grpSp>
        <p:nvGrpSpPr>
          <p:cNvPr id="699" name="Google Shape;699;p1"/>
          <p:cNvGrpSpPr/>
          <p:nvPr/>
        </p:nvGrpSpPr>
        <p:grpSpPr>
          <a:xfrm>
            <a:off x="0" y="0"/>
            <a:ext cx="9144000" cy="6858000"/>
            <a:chOff x="0" y="0"/>
            <a:chExt cx="9144000" cy="6858000"/>
          </a:xfrm>
        </p:grpSpPr>
        <p:sp>
          <p:nvSpPr>
            <p:cNvPr id="700" name="Google Shape;700;p1"/>
            <p:cNvSpPr/>
            <p:nvPr/>
          </p:nvSpPr>
          <p:spPr>
            <a:xfrm>
              <a:off x="0" y="0"/>
              <a:ext cx="9144000" cy="68580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1" name="Google Shape;701;p1"/>
            <p:cNvSpPr/>
            <p:nvPr/>
          </p:nvSpPr>
          <p:spPr>
            <a:xfrm>
              <a:off x="65313" y="69755"/>
              <a:ext cx="9013825" cy="6692265"/>
            </a:xfrm>
            <a:custGeom>
              <a:rect b="b" l="l" r="r" t="t"/>
              <a:pathLst>
                <a:path extrusionOk="0" h="6692265" w="9013825">
                  <a:moveTo>
                    <a:pt x="0" y="329858"/>
                  </a:moveTo>
                  <a:lnTo>
                    <a:pt x="3576" y="281114"/>
                  </a:lnTo>
                  <a:lnTo>
                    <a:pt x="13965" y="234591"/>
                  </a:lnTo>
                  <a:lnTo>
                    <a:pt x="30657" y="190798"/>
                  </a:lnTo>
                  <a:lnTo>
                    <a:pt x="53142" y="150247"/>
                  </a:lnTo>
                  <a:lnTo>
                    <a:pt x="80908" y="113447"/>
                  </a:lnTo>
                  <a:lnTo>
                    <a:pt x="113446" y="80908"/>
                  </a:lnTo>
                  <a:lnTo>
                    <a:pt x="150246" y="53142"/>
                  </a:lnTo>
                  <a:lnTo>
                    <a:pt x="190798" y="30658"/>
                  </a:lnTo>
                  <a:lnTo>
                    <a:pt x="234590" y="13965"/>
                  </a:lnTo>
                  <a:lnTo>
                    <a:pt x="281114" y="3576"/>
                  </a:lnTo>
                  <a:lnTo>
                    <a:pt x="329858" y="0"/>
                  </a:lnTo>
                  <a:lnTo>
                    <a:pt x="8683513" y="0"/>
                  </a:lnTo>
                  <a:lnTo>
                    <a:pt x="8732255" y="3576"/>
                  </a:lnTo>
                  <a:lnTo>
                    <a:pt x="8778779" y="13965"/>
                  </a:lnTo>
                  <a:lnTo>
                    <a:pt x="8822571" y="30657"/>
                  </a:lnTo>
                  <a:lnTo>
                    <a:pt x="8863123" y="53142"/>
                  </a:lnTo>
                  <a:lnTo>
                    <a:pt x="8899923" y="80908"/>
                  </a:lnTo>
                  <a:lnTo>
                    <a:pt x="8932461" y="113446"/>
                  </a:lnTo>
                  <a:lnTo>
                    <a:pt x="8960228" y="150246"/>
                  </a:lnTo>
                  <a:lnTo>
                    <a:pt x="8982712" y="190798"/>
                  </a:lnTo>
                  <a:lnTo>
                    <a:pt x="8999404" y="234590"/>
                  </a:lnTo>
                  <a:lnTo>
                    <a:pt x="9009794" y="281114"/>
                  </a:lnTo>
                  <a:lnTo>
                    <a:pt x="9013370" y="329858"/>
                  </a:lnTo>
                  <a:lnTo>
                    <a:pt x="9013372" y="6362342"/>
                  </a:lnTo>
                  <a:lnTo>
                    <a:pt x="9009794" y="6411086"/>
                  </a:lnTo>
                  <a:lnTo>
                    <a:pt x="8999404" y="6457609"/>
                  </a:lnTo>
                  <a:lnTo>
                    <a:pt x="8982712" y="6501402"/>
                  </a:lnTo>
                  <a:lnTo>
                    <a:pt x="8960228" y="6541953"/>
                  </a:lnTo>
                  <a:lnTo>
                    <a:pt x="8932462" y="6578753"/>
                  </a:lnTo>
                  <a:lnTo>
                    <a:pt x="8899923" y="6611291"/>
                  </a:lnTo>
                  <a:lnTo>
                    <a:pt x="8863123" y="6639058"/>
                  </a:lnTo>
                  <a:lnTo>
                    <a:pt x="8822572" y="6661542"/>
                  </a:lnTo>
                  <a:lnTo>
                    <a:pt x="8778780" y="6678235"/>
                  </a:lnTo>
                  <a:lnTo>
                    <a:pt x="8732256" y="6688624"/>
                  </a:lnTo>
                  <a:lnTo>
                    <a:pt x="8683512" y="6692201"/>
                  </a:lnTo>
                  <a:lnTo>
                    <a:pt x="329858" y="6692201"/>
                  </a:lnTo>
                  <a:lnTo>
                    <a:pt x="281114" y="6688624"/>
                  </a:lnTo>
                  <a:lnTo>
                    <a:pt x="234591" y="6678235"/>
                  </a:lnTo>
                  <a:lnTo>
                    <a:pt x="190798" y="6661543"/>
                  </a:lnTo>
                  <a:lnTo>
                    <a:pt x="150247" y="6639058"/>
                  </a:lnTo>
                  <a:lnTo>
                    <a:pt x="113447" y="6611292"/>
                  </a:lnTo>
                  <a:lnTo>
                    <a:pt x="80908" y="6578753"/>
                  </a:lnTo>
                  <a:lnTo>
                    <a:pt x="53142" y="6541953"/>
                  </a:lnTo>
                  <a:lnTo>
                    <a:pt x="30657" y="6501402"/>
                  </a:lnTo>
                  <a:lnTo>
                    <a:pt x="13965" y="6457609"/>
                  </a:lnTo>
                  <a:lnTo>
                    <a:pt x="3576" y="6411086"/>
                  </a:lnTo>
                  <a:lnTo>
                    <a:pt x="0" y="6362342"/>
                  </a:lnTo>
                  <a:lnTo>
                    <a:pt x="0" y="329858"/>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2" name="Google Shape;702;p1"/>
            <p:cNvSpPr/>
            <p:nvPr/>
          </p:nvSpPr>
          <p:spPr>
            <a:xfrm>
              <a:off x="62931" y="1396719"/>
              <a:ext cx="9022080" cy="120650"/>
            </a:xfrm>
            <a:custGeom>
              <a:rect b="b" l="l" r="r" t="t"/>
              <a:pathLst>
                <a:path extrusionOk="0" h="120650" w="9022080">
                  <a:moveTo>
                    <a:pt x="9021536" y="120580"/>
                  </a:moveTo>
                  <a:lnTo>
                    <a:pt x="0" y="120580"/>
                  </a:lnTo>
                  <a:lnTo>
                    <a:pt x="0" y="0"/>
                  </a:lnTo>
                  <a:lnTo>
                    <a:pt x="9021536" y="0"/>
                  </a:lnTo>
                  <a:lnTo>
                    <a:pt x="9021536" y="120580"/>
                  </a:lnTo>
                  <a:close/>
                </a:path>
              </a:pathLst>
            </a:custGeom>
            <a:solidFill>
              <a:srgbClr val="E6B1A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3" name="Google Shape;703;p1"/>
            <p:cNvSpPr/>
            <p:nvPr/>
          </p:nvSpPr>
          <p:spPr>
            <a:xfrm>
              <a:off x="62931" y="2976648"/>
              <a:ext cx="9022080" cy="111125"/>
            </a:xfrm>
            <a:custGeom>
              <a:rect b="b" l="l" r="r" t="t"/>
              <a:pathLst>
                <a:path extrusionOk="0" h="111125" w="9022080">
                  <a:moveTo>
                    <a:pt x="9021536" y="110532"/>
                  </a:moveTo>
                  <a:lnTo>
                    <a:pt x="0" y="110532"/>
                  </a:lnTo>
                  <a:lnTo>
                    <a:pt x="0" y="0"/>
                  </a:lnTo>
                  <a:lnTo>
                    <a:pt x="9021536" y="0"/>
                  </a:lnTo>
                  <a:lnTo>
                    <a:pt x="9021536" y="110532"/>
                  </a:lnTo>
                  <a:close/>
                </a:path>
              </a:pathLst>
            </a:custGeom>
            <a:solidFill>
              <a:srgbClr val="91848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04" name="Google Shape;704;p1"/>
          <p:cNvSpPr txBox="1"/>
          <p:nvPr/>
        </p:nvSpPr>
        <p:spPr>
          <a:xfrm>
            <a:off x="62931" y="1517300"/>
            <a:ext cx="9022200" cy="1148100"/>
          </a:xfrm>
          <a:prstGeom prst="rect">
            <a:avLst/>
          </a:prstGeom>
          <a:solidFill>
            <a:srgbClr val="D34817"/>
          </a:solidFill>
          <a:ln>
            <a:noFill/>
          </a:ln>
        </p:spPr>
        <p:txBody>
          <a:bodyPr anchorCtr="0" anchor="t" bIns="0" lIns="0" spcFirstLastPara="1" rIns="0" wrap="square" tIns="34925">
            <a:spAutoFit/>
          </a:bodyPr>
          <a:lstStyle/>
          <a:p>
            <a:pPr indent="-3164840" lvl="0" marL="4088130" marR="937260" rtl="0" algn="ctr">
              <a:lnSpc>
                <a:spcPct val="150000"/>
              </a:lnSpc>
              <a:spcBef>
                <a:spcPts val="0"/>
              </a:spcBef>
              <a:spcAft>
                <a:spcPts val="0"/>
              </a:spcAft>
              <a:buClr>
                <a:srgbClr val="000000"/>
              </a:buClr>
              <a:buSzPts val="2800"/>
              <a:buFont typeface="Arial"/>
              <a:buNone/>
            </a:pPr>
            <a:r>
              <a:rPr b="0" i="0" lang="en-US" sz="2800" u="none" cap="none" strike="noStrike">
                <a:solidFill>
                  <a:srgbClr val="FFFFFF"/>
                </a:solidFill>
                <a:latin typeface="Times New Roman"/>
                <a:ea typeface="Times New Roman"/>
                <a:cs typeface="Times New Roman"/>
                <a:sym typeface="Times New Roman"/>
              </a:rPr>
              <a:t>21CSC201J – </a:t>
            </a:r>
            <a:r>
              <a:rPr b="0" i="0" lang="en-US" sz="2800" u="none" cap="none" strike="noStrike">
                <a:solidFill>
                  <a:schemeClr val="lt1"/>
                </a:solidFill>
                <a:latin typeface="Times New Roman"/>
                <a:ea typeface="Times New Roman"/>
                <a:cs typeface="Times New Roman"/>
                <a:sym typeface="Times New Roman"/>
              </a:rPr>
              <a:t>Data Structures and Algorithms</a:t>
            </a:r>
            <a:endParaRPr b="0" i="0" sz="2800" u="none" cap="none" strike="noStrike">
              <a:solidFill>
                <a:schemeClr val="lt1"/>
              </a:solidFill>
              <a:latin typeface="Times New Roman"/>
              <a:ea typeface="Times New Roman"/>
              <a:cs typeface="Times New Roman"/>
              <a:sym typeface="Times New Roman"/>
            </a:endParaRPr>
          </a:p>
          <a:p>
            <a:pPr indent="-3164840" lvl="0" marL="4088130" marR="937260" rtl="0" algn="ctr">
              <a:lnSpc>
                <a:spcPct val="150000"/>
              </a:lnSpc>
              <a:spcBef>
                <a:spcPts val="275"/>
              </a:spcBef>
              <a:spcAft>
                <a:spcPts val="0"/>
              </a:spcAft>
              <a:buClr>
                <a:srgbClr val="000000"/>
              </a:buClr>
              <a:buSzPts val="2800"/>
              <a:buFont typeface="Arial"/>
              <a:buNone/>
            </a:pPr>
            <a:r>
              <a:rPr b="0" i="0" lang="en-US" sz="2800" u="none" cap="none" strike="noStrike">
                <a:solidFill>
                  <a:srgbClr val="FFFFFF"/>
                </a:solidFill>
                <a:latin typeface="Times New Roman"/>
                <a:ea typeface="Times New Roman"/>
                <a:cs typeface="Times New Roman"/>
                <a:sym typeface="Times New Roman"/>
              </a:rPr>
              <a:t>Unit III-   QUEUE</a:t>
            </a:r>
            <a:endParaRPr b="0" i="0" sz="2800" u="none" cap="none" strike="noStrike">
              <a:solidFill>
                <a:schemeClr val="dk1"/>
              </a:solidFill>
              <a:latin typeface="Times New Roman"/>
              <a:ea typeface="Times New Roman"/>
              <a:cs typeface="Times New Roman"/>
              <a:sym typeface="Times New Roman"/>
            </a:endParaRPr>
          </a:p>
        </p:txBody>
      </p:sp>
      <p:grpSp>
        <p:nvGrpSpPr>
          <p:cNvPr id="705" name="Google Shape;705;p1"/>
          <p:cNvGrpSpPr/>
          <p:nvPr/>
        </p:nvGrpSpPr>
        <p:grpSpPr>
          <a:xfrm>
            <a:off x="93804" y="304800"/>
            <a:ext cx="5345572" cy="5906864"/>
            <a:chOff x="81109" y="190500"/>
            <a:chExt cx="5345572" cy="5906864"/>
          </a:xfrm>
        </p:grpSpPr>
        <p:sp>
          <p:nvSpPr>
            <p:cNvPr id="706" name="Google Shape;706;p1"/>
            <p:cNvSpPr/>
            <p:nvPr/>
          </p:nvSpPr>
          <p:spPr>
            <a:xfrm>
              <a:off x="3136900" y="3721100"/>
              <a:ext cx="2289781" cy="2376264"/>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7" name="Google Shape;707;p1"/>
            <p:cNvSpPr/>
            <p:nvPr/>
          </p:nvSpPr>
          <p:spPr>
            <a:xfrm>
              <a:off x="81109" y="190500"/>
              <a:ext cx="1040810" cy="1080119"/>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08" name="Google Shape;708;p1"/>
          <p:cNvSpPr txBox="1"/>
          <p:nvPr/>
        </p:nvSpPr>
        <p:spPr>
          <a:xfrm>
            <a:off x="1013898" y="448342"/>
            <a:ext cx="8164738" cy="412934"/>
          </a:xfrm>
          <a:prstGeom prst="rect">
            <a:avLst/>
          </a:prstGeom>
          <a:noFill/>
          <a:ln>
            <a:noFill/>
          </a:ln>
        </p:spPr>
        <p:txBody>
          <a:bodyPr anchorCtr="0" anchor="t" bIns="0" lIns="0" spcFirstLastPara="1" rIns="0" wrap="square" tIns="12700">
            <a:sp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C00000"/>
                </a:solidFill>
                <a:latin typeface="Times New Roman"/>
                <a:ea typeface="Times New Roman"/>
                <a:cs typeface="Times New Roman"/>
                <a:sym typeface="Times New Roman"/>
              </a:rPr>
              <a:t>SRM INSTITUTE OF SCIENCE AND TECHNOLOGY</a:t>
            </a:r>
            <a:endParaRPr b="0" i="0" sz="2600" u="none" cap="none" strike="noStrike">
              <a:solidFill>
                <a:schemeClr val="dk1"/>
              </a:solidFill>
              <a:latin typeface="Times New Roman"/>
              <a:ea typeface="Times New Roman"/>
              <a:cs typeface="Times New Roman"/>
              <a:sym typeface="Times New Roman"/>
            </a:endParaRPr>
          </a:p>
        </p:txBody>
      </p:sp>
      <p:sp>
        <p:nvSpPr>
          <p:cNvPr id="709" name="Google Shape;709;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7/27/2023</a:t>
            </a:r>
            <a:endParaRPr/>
          </a:p>
        </p:txBody>
      </p:sp>
      <p:sp>
        <p:nvSpPr>
          <p:cNvPr id="710" name="Google Shape;7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11" name="Google Shape;711;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SRM Institutue of Science and Technology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2"/>
          <p:cNvSpPr txBox="1"/>
          <p:nvPr>
            <p:ph idx="1" type="body"/>
          </p:nvPr>
        </p:nvSpPr>
        <p:spPr>
          <a:xfrm>
            <a:off x="1485900" y="2057401"/>
            <a:ext cx="6172200" cy="2914650"/>
          </a:xfrm>
          <a:prstGeom prst="rect">
            <a:avLst/>
          </a:prstGeom>
          <a:noFill/>
          <a:ln>
            <a:noFill/>
          </a:ln>
        </p:spPr>
        <p:txBody>
          <a:bodyPr anchorCtr="0" anchor="t" bIns="45700" lIns="91425" spcFirstLastPara="1" rIns="91425" wrap="square" tIns="45700">
            <a:normAutofit/>
          </a:bodyPr>
          <a:lstStyle/>
          <a:p>
            <a:pPr indent="-257175" lvl="0" marL="257175" rtl="0" algn="just">
              <a:lnSpc>
                <a:spcPct val="90000"/>
              </a:lnSpc>
              <a:spcBef>
                <a:spcPts val="0"/>
              </a:spcBef>
              <a:spcAft>
                <a:spcPts val="0"/>
              </a:spcAft>
              <a:buClr>
                <a:schemeClr val="dk1"/>
              </a:buClr>
              <a:buSzPts val="2400"/>
              <a:buChar char="•"/>
            </a:pPr>
            <a:r>
              <a:rPr lang="en-US"/>
              <a:t>A queue is a data structure that models/enforces the </a:t>
            </a:r>
            <a:r>
              <a:rPr b="1" lang="en-US"/>
              <a:t>first-come first-serve</a:t>
            </a:r>
            <a:r>
              <a:rPr lang="en-US"/>
              <a:t> order, or equivalently the </a:t>
            </a:r>
            <a:r>
              <a:rPr b="1" lang="en-US"/>
              <a:t>first-in first-out</a:t>
            </a:r>
            <a:r>
              <a:rPr lang="en-US"/>
              <a:t> (FIFO) order.</a:t>
            </a:r>
            <a:endParaRPr/>
          </a:p>
          <a:p>
            <a:pPr indent="-257175" lvl="0" marL="257175" rtl="0" algn="just">
              <a:lnSpc>
                <a:spcPct val="90000"/>
              </a:lnSpc>
              <a:spcBef>
                <a:spcPts val="480"/>
              </a:spcBef>
              <a:spcAft>
                <a:spcPts val="0"/>
              </a:spcAft>
              <a:buClr>
                <a:schemeClr val="dk1"/>
              </a:buClr>
              <a:buSzPts val="2400"/>
              <a:buNone/>
            </a:pPr>
            <a:r>
              <a:t/>
            </a:r>
            <a:endParaRPr/>
          </a:p>
          <a:p>
            <a:pPr indent="-104775" lvl="0" marL="257175" rtl="0" algn="just">
              <a:lnSpc>
                <a:spcPct val="100000"/>
              </a:lnSpc>
              <a:spcBef>
                <a:spcPts val="480"/>
              </a:spcBef>
              <a:spcAft>
                <a:spcPts val="0"/>
              </a:spcAft>
              <a:buClr>
                <a:schemeClr val="dk1"/>
              </a:buClr>
              <a:buSzPts val="2400"/>
              <a:buNone/>
            </a:pPr>
            <a:r>
              <a:t/>
            </a:r>
            <a:endParaRPr/>
          </a:p>
        </p:txBody>
      </p:sp>
      <p:pic>
        <p:nvPicPr>
          <p:cNvPr descr="download (1).jpg" id="717" name="Google Shape;717;p2"/>
          <p:cNvPicPr preferRelativeResize="0"/>
          <p:nvPr/>
        </p:nvPicPr>
        <p:blipFill rotWithShape="1">
          <a:blip r:embed="rId3">
            <a:alphaModFix/>
          </a:blip>
          <a:srcRect b="0" l="0" r="0" t="0"/>
          <a:stretch/>
        </p:blipFill>
        <p:spPr>
          <a:xfrm>
            <a:off x="1085850" y="3538258"/>
            <a:ext cx="6800850" cy="2191436"/>
          </a:xfrm>
          <a:prstGeom prst="rect">
            <a:avLst/>
          </a:prstGeom>
          <a:noFill/>
          <a:ln>
            <a:noFill/>
          </a:ln>
        </p:spPr>
      </p:pic>
      <p:sp>
        <p:nvSpPr>
          <p:cNvPr id="718" name="Google Shape;718;p2"/>
          <p:cNvSpPr/>
          <p:nvPr/>
        </p:nvSpPr>
        <p:spPr>
          <a:xfrm>
            <a:off x="2743199" y="487907"/>
            <a:ext cx="4176215" cy="692497"/>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3A1A62"/>
              </a:buClr>
              <a:buSzPts val="4050"/>
              <a:buFont typeface="Arial"/>
              <a:buNone/>
            </a:pPr>
            <a:r>
              <a:rPr b="1" i="0" lang="en-US" sz="4050" u="none" cap="none" strike="noStrike">
                <a:solidFill>
                  <a:srgbClr val="3A1A62"/>
                </a:solidFill>
                <a:latin typeface="Calibri"/>
                <a:ea typeface="Calibri"/>
                <a:cs typeface="Calibri"/>
                <a:sym typeface="Calibri"/>
              </a:rPr>
              <a:t>QUEUES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300"/>
              <a:buFont typeface="Calibri"/>
              <a:buNone/>
            </a:pPr>
            <a:r>
              <a:rPr lang="en-US"/>
              <a:t>What is a Queue???????????</a:t>
            </a:r>
            <a:endParaRPr/>
          </a:p>
        </p:txBody>
      </p:sp>
      <p:sp>
        <p:nvSpPr>
          <p:cNvPr id="724" name="Google Shape;724;p3"/>
          <p:cNvSpPr txBox="1"/>
          <p:nvPr>
            <p:ph idx="1" type="body"/>
          </p:nvPr>
        </p:nvSpPr>
        <p:spPr>
          <a:xfrm>
            <a:off x="1485900" y="1885951"/>
            <a:ext cx="6343650" cy="3394472"/>
          </a:xfrm>
          <a:prstGeom prst="rect">
            <a:avLst/>
          </a:prstGeom>
          <a:noFill/>
          <a:ln>
            <a:noFill/>
          </a:ln>
        </p:spPr>
        <p:txBody>
          <a:bodyPr anchorCtr="0" anchor="t" bIns="45700" lIns="91425" spcFirstLastPara="1" rIns="91425" wrap="square" tIns="45700">
            <a:normAutofit/>
          </a:bodyPr>
          <a:lstStyle/>
          <a:p>
            <a:pPr indent="-257175" lvl="0" marL="257175" rtl="0" algn="just">
              <a:lnSpc>
                <a:spcPct val="90000"/>
              </a:lnSpc>
              <a:spcBef>
                <a:spcPts val="0"/>
              </a:spcBef>
              <a:spcAft>
                <a:spcPts val="0"/>
              </a:spcAft>
              <a:buClr>
                <a:schemeClr val="dk1"/>
              </a:buClr>
              <a:buSzPts val="2100"/>
              <a:buChar char="•"/>
            </a:pPr>
            <a:r>
              <a:rPr lang="en-US" sz="2100"/>
              <a:t>That is, the element that is inserted first into the queue will be the element that will deleted first, and the element that is inserted last is deleted last.</a:t>
            </a:r>
            <a:endParaRPr/>
          </a:p>
          <a:p>
            <a:pPr indent="-138112" lvl="0" marL="257175" rtl="0" algn="l">
              <a:lnSpc>
                <a:spcPct val="100000"/>
              </a:lnSpc>
              <a:spcBef>
                <a:spcPts val="375"/>
              </a:spcBef>
              <a:spcAft>
                <a:spcPts val="0"/>
              </a:spcAft>
              <a:buClr>
                <a:schemeClr val="dk1"/>
              </a:buClr>
              <a:buSzPts val="1875"/>
              <a:buNone/>
            </a:pPr>
            <a:r>
              <a:t/>
            </a:r>
            <a:endParaRPr sz="1875"/>
          </a:p>
        </p:txBody>
      </p:sp>
      <p:pic>
        <p:nvPicPr>
          <p:cNvPr descr="images (2).jpg" id="725" name="Google Shape;725;p3"/>
          <p:cNvPicPr preferRelativeResize="0"/>
          <p:nvPr/>
        </p:nvPicPr>
        <p:blipFill rotWithShape="1">
          <a:blip r:embed="rId3">
            <a:alphaModFix/>
          </a:blip>
          <a:srcRect b="17460" l="0" r="0" t="12698"/>
          <a:stretch/>
        </p:blipFill>
        <p:spPr>
          <a:xfrm>
            <a:off x="1571625" y="3200400"/>
            <a:ext cx="6172200" cy="2514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graphicFrame>
        <p:nvGraphicFramePr>
          <p:cNvPr id="730" name="Google Shape;730;p4"/>
          <p:cNvGraphicFramePr/>
          <p:nvPr/>
        </p:nvGraphicFramePr>
        <p:xfrm>
          <a:off x="4229100" y="1894330"/>
          <a:ext cx="3600450" cy="3786143"/>
        </p:xfrm>
        <a:graphic>
          <a:graphicData uri="http://schemas.openxmlformats.org/presentationml/2006/ole">
            <mc:AlternateContent>
              <mc:Choice Requires="v">
                <p:oleObj r:id="rId4" imgH="3786143" imgW="3600450" progId="Word.Document.8" spid="_x0000_s1">
                  <p:embed/>
                </p:oleObj>
              </mc:Choice>
              <mc:Fallback>
                <p:oleObj r:id="rId5" imgH="3786143" imgW="3600450" progId="Word.Document.8">
                  <p:embed/>
                  <p:pic>
                    <p:nvPicPr>
                      <p:cNvPr id="730" name="Google Shape;730;p4"/>
                      <p:cNvPicPr preferRelativeResize="0"/>
                      <p:nvPr/>
                    </p:nvPicPr>
                    <p:blipFill rotWithShape="1">
                      <a:blip r:embed="rId6">
                        <a:alphaModFix/>
                      </a:blip>
                      <a:srcRect b="0" l="0" r="0" t="0"/>
                      <a:stretch/>
                    </p:blipFill>
                    <p:spPr>
                      <a:xfrm>
                        <a:off x="4229100" y="1894330"/>
                        <a:ext cx="3600450" cy="3786143"/>
                      </a:xfrm>
                      <a:prstGeom prst="rect">
                        <a:avLst/>
                      </a:prstGeom>
                      <a:noFill/>
                      <a:ln>
                        <a:noFill/>
                      </a:ln>
                    </p:spPr>
                  </p:pic>
                </p:oleObj>
              </mc:Fallback>
            </mc:AlternateContent>
          </a:graphicData>
        </a:graphic>
      </p:graphicFrame>
      <p:sp>
        <p:nvSpPr>
          <p:cNvPr id="731" name="Google Shape;731;p4"/>
          <p:cNvSpPr txBox="1"/>
          <p:nvPr/>
        </p:nvSpPr>
        <p:spPr>
          <a:xfrm>
            <a:off x="2000250" y="1143000"/>
            <a:ext cx="5086350" cy="4962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25"/>
              <a:buFont typeface="Arial"/>
              <a:buNone/>
            </a:pPr>
            <a:r>
              <a:rPr b="1" i="0" lang="en-US" sz="2625" u="none" cap="none" strike="noStrike">
                <a:solidFill>
                  <a:srgbClr val="000000"/>
                </a:solidFill>
                <a:latin typeface="Calibri"/>
                <a:ea typeface="Calibri"/>
                <a:cs typeface="Calibri"/>
                <a:sym typeface="Calibri"/>
              </a:rPr>
              <a:t>OPERATIONS OF A QUEUE</a:t>
            </a:r>
            <a:endParaRPr b="0" i="0" sz="1400" u="none" cap="none" strike="noStrike">
              <a:solidFill>
                <a:srgbClr val="000000"/>
              </a:solidFill>
              <a:latin typeface="Arial"/>
              <a:ea typeface="Arial"/>
              <a:cs typeface="Arial"/>
              <a:sym typeface="Arial"/>
            </a:endParaRPr>
          </a:p>
        </p:txBody>
      </p:sp>
      <p:graphicFrame>
        <p:nvGraphicFramePr>
          <p:cNvPr id="732" name="Google Shape;732;p4"/>
          <p:cNvGraphicFramePr/>
          <p:nvPr/>
        </p:nvGraphicFramePr>
        <p:xfrm>
          <a:off x="1143001" y="1657350"/>
          <a:ext cx="2956322" cy="4114800"/>
        </p:xfrm>
        <a:graphic>
          <a:graphicData uri="http://schemas.openxmlformats.org/presentationml/2006/ole">
            <mc:AlternateContent>
              <mc:Choice Requires="v">
                <p:oleObj r:id="rId7" imgH="4114800" imgW="2956322" progId="" spid="_x0000_s2">
                  <p:embed/>
                </p:oleObj>
              </mc:Choice>
              <mc:Fallback>
                <p:oleObj r:id="rId8" imgH="4114800" imgW="2956322" progId="">
                  <p:embed/>
                  <p:pic>
                    <p:nvPicPr>
                      <p:cNvPr id="732" name="Google Shape;732;p4"/>
                      <p:cNvPicPr preferRelativeResize="0"/>
                      <p:nvPr/>
                    </p:nvPicPr>
                    <p:blipFill rotWithShape="1">
                      <a:blip r:embed="rId9">
                        <a:alphaModFix/>
                      </a:blip>
                      <a:srcRect b="0" l="0" r="0" t="0"/>
                      <a:stretch/>
                    </p:blipFill>
                    <p:spPr>
                      <a:xfrm>
                        <a:off x="1143001" y="1657350"/>
                        <a:ext cx="2956322" cy="4114800"/>
                      </a:xfrm>
                      <a:prstGeom prst="rect">
                        <a:avLst/>
                      </a:prstGeom>
                      <a:noFill/>
                      <a:ln>
                        <a:noFill/>
                      </a:ln>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5"/>
          <p:cNvSpPr txBox="1"/>
          <p:nvPr>
            <p:ph type="title"/>
          </p:nvPr>
        </p:nvSpPr>
        <p:spPr>
          <a:xfrm>
            <a:off x="1371600" y="1085850"/>
            <a:ext cx="5829300" cy="857250"/>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dk1"/>
              </a:buClr>
              <a:buSzPts val="3300"/>
              <a:buFont typeface="Calibri"/>
              <a:buNone/>
            </a:pPr>
            <a:r>
              <a:rPr lang="en-US"/>
              <a:t>The Queue Operations</a:t>
            </a:r>
            <a:endParaRPr/>
          </a:p>
        </p:txBody>
      </p:sp>
      <p:sp>
        <p:nvSpPr>
          <p:cNvPr id="738" name="Google Shape;738;p5"/>
          <p:cNvSpPr txBox="1"/>
          <p:nvPr/>
        </p:nvSpPr>
        <p:spPr>
          <a:xfrm>
            <a:off x="1657350" y="2314575"/>
            <a:ext cx="5943600" cy="1285875"/>
          </a:xfrm>
          <a:prstGeom prst="rect">
            <a:avLst/>
          </a:prstGeom>
          <a:noFill/>
          <a:ln>
            <a:noFill/>
          </a:ln>
        </p:spPr>
        <p:txBody>
          <a:bodyPr anchorCtr="0" anchor="t" bIns="34275" lIns="68575" spcFirstLastPara="1" rIns="68575" wrap="square" tIns="34275">
            <a:normAutofit/>
          </a:bodyPr>
          <a:lstStyle/>
          <a:p>
            <a:pPr indent="-257175" lvl="0" marL="257175" marR="0" rtl="0" algn="just">
              <a:lnSpc>
                <a:spcPct val="95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A queue is like a line of people waiting for a bank teller. The queue has a </a:t>
            </a:r>
            <a:r>
              <a:rPr b="1" i="0" lang="en-US" sz="2400" u="sng" cap="none" strike="noStrike">
                <a:solidFill>
                  <a:srgbClr val="FF8000"/>
                </a:solidFill>
                <a:latin typeface="Calibri"/>
                <a:ea typeface="Calibri"/>
                <a:cs typeface="Calibri"/>
                <a:sym typeface="Calibri"/>
              </a:rPr>
              <a:t>front</a:t>
            </a:r>
            <a:r>
              <a:rPr b="0" i="0" lang="en-US" sz="2400" u="none" cap="none" strike="noStrike">
                <a:solidFill>
                  <a:srgbClr val="000000"/>
                </a:solidFill>
                <a:latin typeface="Calibri"/>
                <a:ea typeface="Calibri"/>
                <a:cs typeface="Calibri"/>
                <a:sym typeface="Calibri"/>
              </a:rPr>
              <a:t> and a </a:t>
            </a:r>
            <a:r>
              <a:rPr b="1" i="0" lang="en-US" sz="2400" u="sng" cap="none" strike="noStrike">
                <a:solidFill>
                  <a:srgbClr val="FF8000"/>
                </a:solidFill>
                <a:latin typeface="Calibri"/>
                <a:ea typeface="Calibri"/>
                <a:cs typeface="Calibri"/>
                <a:sym typeface="Calibri"/>
              </a:rPr>
              <a:t>rear</a:t>
            </a:r>
            <a:r>
              <a:rPr b="0" i="0" lang="en-US" sz="24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257175" lvl="0" marL="257175" marR="0" rtl="0" algn="just">
              <a:lnSpc>
                <a:spcPct val="100000"/>
              </a:lnSpc>
              <a:spcBef>
                <a:spcPts val="525"/>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739" name="Google Shape;739;p5"/>
          <p:cNvGrpSpPr/>
          <p:nvPr/>
        </p:nvGrpSpPr>
        <p:grpSpPr>
          <a:xfrm>
            <a:off x="3383262" y="4198144"/>
            <a:ext cx="301025" cy="967894"/>
            <a:chOff x="2778" y="2448"/>
            <a:chExt cx="252" cy="813"/>
          </a:xfrm>
        </p:grpSpPr>
        <p:grpSp>
          <p:nvGrpSpPr>
            <p:cNvPr id="740" name="Google Shape;740;p5"/>
            <p:cNvGrpSpPr/>
            <p:nvPr/>
          </p:nvGrpSpPr>
          <p:grpSpPr>
            <a:xfrm>
              <a:off x="2778" y="2787"/>
              <a:ext cx="252" cy="234"/>
              <a:chOff x="3258" y="3075"/>
              <a:chExt cx="252" cy="234"/>
            </a:xfrm>
          </p:grpSpPr>
          <p:sp>
            <p:nvSpPr>
              <p:cNvPr id="741" name="Google Shape;741;p5"/>
              <p:cNvSpPr/>
              <p:nvPr/>
            </p:nvSpPr>
            <p:spPr>
              <a:xfrm rot="1704760">
                <a:off x="3312"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42" name="Google Shape;742;p5"/>
              <p:cNvSpPr/>
              <p:nvPr/>
            </p:nvSpPr>
            <p:spPr>
              <a:xfrm flipH="1" rot="-1704760">
                <a:off x="3408"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743" name="Google Shape;743;p5"/>
            <p:cNvSpPr/>
            <p:nvPr/>
          </p:nvSpPr>
          <p:spPr>
            <a:xfrm>
              <a:off x="2880" y="2688"/>
              <a:ext cx="48" cy="384"/>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44" name="Google Shape;744;p5"/>
            <p:cNvSpPr/>
            <p:nvPr/>
          </p:nvSpPr>
          <p:spPr>
            <a:xfrm>
              <a:off x="2784" y="2448"/>
              <a:ext cx="240" cy="288"/>
            </a:xfrm>
            <a:prstGeom prst="ellipse">
              <a:avLst/>
            </a:prstGeom>
            <a:solidFill>
              <a:srgbClr val="00B8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nvGrpSpPr>
            <p:cNvPr id="745" name="Google Shape;745;p5"/>
            <p:cNvGrpSpPr/>
            <p:nvPr/>
          </p:nvGrpSpPr>
          <p:grpSpPr>
            <a:xfrm>
              <a:off x="2778" y="3027"/>
              <a:ext cx="252" cy="234"/>
              <a:chOff x="3258" y="3075"/>
              <a:chExt cx="252" cy="234"/>
            </a:xfrm>
          </p:grpSpPr>
          <p:sp>
            <p:nvSpPr>
              <p:cNvPr id="746" name="Google Shape;746;p5"/>
              <p:cNvSpPr/>
              <p:nvPr/>
            </p:nvSpPr>
            <p:spPr>
              <a:xfrm rot="1704760">
                <a:off x="3312"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47" name="Google Shape;747;p5"/>
              <p:cNvSpPr/>
              <p:nvPr/>
            </p:nvSpPr>
            <p:spPr>
              <a:xfrm flipH="1" rot="-1704760">
                <a:off x="3408"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grpSp>
      <p:grpSp>
        <p:nvGrpSpPr>
          <p:cNvPr id="748" name="Google Shape;748;p5"/>
          <p:cNvGrpSpPr/>
          <p:nvPr/>
        </p:nvGrpSpPr>
        <p:grpSpPr>
          <a:xfrm>
            <a:off x="3878562" y="4198144"/>
            <a:ext cx="301025" cy="967894"/>
            <a:chOff x="2778" y="2448"/>
            <a:chExt cx="252" cy="813"/>
          </a:xfrm>
        </p:grpSpPr>
        <p:grpSp>
          <p:nvGrpSpPr>
            <p:cNvPr id="749" name="Google Shape;749;p5"/>
            <p:cNvGrpSpPr/>
            <p:nvPr/>
          </p:nvGrpSpPr>
          <p:grpSpPr>
            <a:xfrm>
              <a:off x="2778" y="2787"/>
              <a:ext cx="252" cy="234"/>
              <a:chOff x="3258" y="3075"/>
              <a:chExt cx="252" cy="234"/>
            </a:xfrm>
          </p:grpSpPr>
          <p:sp>
            <p:nvSpPr>
              <p:cNvPr id="750" name="Google Shape;750;p5"/>
              <p:cNvSpPr/>
              <p:nvPr/>
            </p:nvSpPr>
            <p:spPr>
              <a:xfrm rot="1704760">
                <a:off x="3312"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51" name="Google Shape;751;p5"/>
              <p:cNvSpPr/>
              <p:nvPr/>
            </p:nvSpPr>
            <p:spPr>
              <a:xfrm flipH="1" rot="-1704760">
                <a:off x="3408"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752" name="Google Shape;752;p5"/>
            <p:cNvSpPr/>
            <p:nvPr/>
          </p:nvSpPr>
          <p:spPr>
            <a:xfrm>
              <a:off x="2880" y="2688"/>
              <a:ext cx="48" cy="384"/>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53" name="Google Shape;753;p5"/>
            <p:cNvSpPr/>
            <p:nvPr/>
          </p:nvSpPr>
          <p:spPr>
            <a:xfrm>
              <a:off x="2784" y="2448"/>
              <a:ext cx="240" cy="288"/>
            </a:xfrm>
            <a:prstGeom prst="ellipse">
              <a:avLst/>
            </a:prstGeom>
            <a:solidFill>
              <a:srgbClr val="00B8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nvGrpSpPr>
            <p:cNvPr id="754" name="Google Shape;754;p5"/>
            <p:cNvGrpSpPr/>
            <p:nvPr/>
          </p:nvGrpSpPr>
          <p:grpSpPr>
            <a:xfrm>
              <a:off x="2778" y="3027"/>
              <a:ext cx="252" cy="234"/>
              <a:chOff x="3258" y="3075"/>
              <a:chExt cx="252" cy="234"/>
            </a:xfrm>
          </p:grpSpPr>
          <p:sp>
            <p:nvSpPr>
              <p:cNvPr id="755" name="Google Shape;755;p5"/>
              <p:cNvSpPr/>
              <p:nvPr/>
            </p:nvSpPr>
            <p:spPr>
              <a:xfrm rot="1704760">
                <a:off x="3312"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56" name="Google Shape;756;p5"/>
              <p:cNvSpPr/>
              <p:nvPr/>
            </p:nvSpPr>
            <p:spPr>
              <a:xfrm flipH="1" rot="-1704760">
                <a:off x="3408"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grpSp>
      <p:grpSp>
        <p:nvGrpSpPr>
          <p:cNvPr id="757" name="Google Shape;757;p5"/>
          <p:cNvGrpSpPr/>
          <p:nvPr/>
        </p:nvGrpSpPr>
        <p:grpSpPr>
          <a:xfrm>
            <a:off x="4373862" y="4198144"/>
            <a:ext cx="301025" cy="967894"/>
            <a:chOff x="2778" y="2448"/>
            <a:chExt cx="252" cy="813"/>
          </a:xfrm>
        </p:grpSpPr>
        <p:grpSp>
          <p:nvGrpSpPr>
            <p:cNvPr id="758" name="Google Shape;758;p5"/>
            <p:cNvGrpSpPr/>
            <p:nvPr/>
          </p:nvGrpSpPr>
          <p:grpSpPr>
            <a:xfrm>
              <a:off x="2778" y="2787"/>
              <a:ext cx="252" cy="234"/>
              <a:chOff x="3258" y="3075"/>
              <a:chExt cx="252" cy="234"/>
            </a:xfrm>
          </p:grpSpPr>
          <p:sp>
            <p:nvSpPr>
              <p:cNvPr id="759" name="Google Shape;759;p5"/>
              <p:cNvSpPr/>
              <p:nvPr/>
            </p:nvSpPr>
            <p:spPr>
              <a:xfrm rot="1704760">
                <a:off x="3312"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60" name="Google Shape;760;p5"/>
              <p:cNvSpPr/>
              <p:nvPr/>
            </p:nvSpPr>
            <p:spPr>
              <a:xfrm flipH="1" rot="-1704760">
                <a:off x="3408"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761" name="Google Shape;761;p5"/>
            <p:cNvSpPr/>
            <p:nvPr/>
          </p:nvSpPr>
          <p:spPr>
            <a:xfrm>
              <a:off x="2880" y="2688"/>
              <a:ext cx="48" cy="384"/>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62" name="Google Shape;762;p5"/>
            <p:cNvSpPr/>
            <p:nvPr/>
          </p:nvSpPr>
          <p:spPr>
            <a:xfrm>
              <a:off x="2784" y="2448"/>
              <a:ext cx="240" cy="288"/>
            </a:xfrm>
            <a:prstGeom prst="ellipse">
              <a:avLst/>
            </a:prstGeom>
            <a:solidFill>
              <a:srgbClr val="00B8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nvGrpSpPr>
            <p:cNvPr id="763" name="Google Shape;763;p5"/>
            <p:cNvGrpSpPr/>
            <p:nvPr/>
          </p:nvGrpSpPr>
          <p:grpSpPr>
            <a:xfrm>
              <a:off x="2778" y="3027"/>
              <a:ext cx="252" cy="234"/>
              <a:chOff x="3258" y="3075"/>
              <a:chExt cx="252" cy="234"/>
            </a:xfrm>
          </p:grpSpPr>
          <p:sp>
            <p:nvSpPr>
              <p:cNvPr id="764" name="Google Shape;764;p5"/>
              <p:cNvSpPr/>
              <p:nvPr/>
            </p:nvSpPr>
            <p:spPr>
              <a:xfrm rot="1704760">
                <a:off x="3312"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65" name="Google Shape;765;p5"/>
              <p:cNvSpPr/>
              <p:nvPr/>
            </p:nvSpPr>
            <p:spPr>
              <a:xfrm flipH="1" rot="-1704760">
                <a:off x="3408"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grpSp>
      <p:grpSp>
        <p:nvGrpSpPr>
          <p:cNvPr id="766" name="Google Shape;766;p5"/>
          <p:cNvGrpSpPr/>
          <p:nvPr/>
        </p:nvGrpSpPr>
        <p:grpSpPr>
          <a:xfrm>
            <a:off x="4869162" y="4198144"/>
            <a:ext cx="301025" cy="967894"/>
            <a:chOff x="2778" y="2448"/>
            <a:chExt cx="252" cy="813"/>
          </a:xfrm>
        </p:grpSpPr>
        <p:grpSp>
          <p:nvGrpSpPr>
            <p:cNvPr id="767" name="Google Shape;767;p5"/>
            <p:cNvGrpSpPr/>
            <p:nvPr/>
          </p:nvGrpSpPr>
          <p:grpSpPr>
            <a:xfrm>
              <a:off x="2778" y="2787"/>
              <a:ext cx="252" cy="234"/>
              <a:chOff x="3258" y="3075"/>
              <a:chExt cx="252" cy="234"/>
            </a:xfrm>
          </p:grpSpPr>
          <p:sp>
            <p:nvSpPr>
              <p:cNvPr id="768" name="Google Shape;768;p5"/>
              <p:cNvSpPr/>
              <p:nvPr/>
            </p:nvSpPr>
            <p:spPr>
              <a:xfrm rot="1704760">
                <a:off x="3312"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69" name="Google Shape;769;p5"/>
              <p:cNvSpPr/>
              <p:nvPr/>
            </p:nvSpPr>
            <p:spPr>
              <a:xfrm flipH="1" rot="-1704760">
                <a:off x="3408"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770" name="Google Shape;770;p5"/>
            <p:cNvSpPr/>
            <p:nvPr/>
          </p:nvSpPr>
          <p:spPr>
            <a:xfrm>
              <a:off x="2880" y="2688"/>
              <a:ext cx="48" cy="384"/>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71" name="Google Shape;771;p5"/>
            <p:cNvSpPr/>
            <p:nvPr/>
          </p:nvSpPr>
          <p:spPr>
            <a:xfrm>
              <a:off x="2784" y="2448"/>
              <a:ext cx="240" cy="288"/>
            </a:xfrm>
            <a:prstGeom prst="ellipse">
              <a:avLst/>
            </a:prstGeom>
            <a:solidFill>
              <a:srgbClr val="00B8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nvGrpSpPr>
            <p:cNvPr id="772" name="Google Shape;772;p5"/>
            <p:cNvGrpSpPr/>
            <p:nvPr/>
          </p:nvGrpSpPr>
          <p:grpSpPr>
            <a:xfrm>
              <a:off x="2778" y="3027"/>
              <a:ext cx="252" cy="234"/>
              <a:chOff x="3258" y="3075"/>
              <a:chExt cx="252" cy="234"/>
            </a:xfrm>
          </p:grpSpPr>
          <p:sp>
            <p:nvSpPr>
              <p:cNvPr id="773" name="Google Shape;773;p5"/>
              <p:cNvSpPr/>
              <p:nvPr/>
            </p:nvSpPr>
            <p:spPr>
              <a:xfrm rot="1704760">
                <a:off x="3312"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74" name="Google Shape;774;p5"/>
              <p:cNvSpPr/>
              <p:nvPr/>
            </p:nvSpPr>
            <p:spPr>
              <a:xfrm flipH="1" rot="-1704760">
                <a:off x="3408" y="3072"/>
                <a:ext cx="48" cy="240"/>
              </a:xfrm>
              <a:prstGeom prst="rect">
                <a:avLst/>
              </a:prstGeom>
              <a:solidFill>
                <a:srgbClr val="00B8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grpSp>
      <p:sp>
        <p:nvSpPr>
          <p:cNvPr id="775" name="Google Shape;775;p5"/>
          <p:cNvSpPr/>
          <p:nvPr/>
        </p:nvSpPr>
        <p:spPr>
          <a:xfrm>
            <a:off x="5486401" y="4998244"/>
            <a:ext cx="1518204" cy="374076"/>
          </a:xfrm>
          <a:prstGeom prst="roundRect">
            <a:avLst>
              <a:gd fmla="val 306" name="adj"/>
            </a:avLst>
          </a:prstGeom>
          <a:noFill/>
          <a:ln>
            <a:noFill/>
          </a:ln>
        </p:spPr>
        <p:txBody>
          <a:bodyPr anchorCtr="0" anchor="t" bIns="33200" lIns="67750" spcFirstLastPara="1" rIns="67750" wrap="square" tIns="33200">
            <a:spAutoFit/>
          </a:bodyPr>
          <a:lstStyle/>
          <a:p>
            <a:pPr indent="0" lvl="0" marL="0" marR="0" rtl="0" algn="l">
              <a:lnSpc>
                <a:spcPct val="95000"/>
              </a:lnSpc>
              <a:spcBef>
                <a:spcPts val="0"/>
              </a:spcBef>
              <a:spcAft>
                <a:spcPts val="0"/>
              </a:spcAft>
              <a:buClr>
                <a:srgbClr val="000000"/>
              </a:buClr>
              <a:buSzPts val="2100"/>
              <a:buFont typeface="Arial"/>
              <a:buNone/>
            </a:pPr>
            <a:r>
              <a:rPr b="0" i="0" lang="en-US" sz="2100" u="none" cap="none" strike="noStrike">
                <a:solidFill>
                  <a:srgbClr val="800080"/>
                </a:solidFill>
                <a:latin typeface="Calibri"/>
                <a:ea typeface="Calibri"/>
                <a:cs typeface="Calibri"/>
                <a:sym typeface="Calibri"/>
              </a:rPr>
              <a:t>Front (Head)</a:t>
            </a:r>
            <a:endParaRPr b="0" i="0" sz="1400" u="none" cap="none" strike="noStrike">
              <a:solidFill>
                <a:srgbClr val="000000"/>
              </a:solidFill>
              <a:latin typeface="Arial"/>
              <a:ea typeface="Arial"/>
              <a:cs typeface="Arial"/>
              <a:sym typeface="Arial"/>
            </a:endParaRPr>
          </a:p>
        </p:txBody>
      </p:sp>
      <p:sp>
        <p:nvSpPr>
          <p:cNvPr id="776" name="Google Shape;776;p5"/>
          <p:cNvSpPr/>
          <p:nvPr/>
        </p:nvSpPr>
        <p:spPr>
          <a:xfrm>
            <a:off x="2914651" y="5341144"/>
            <a:ext cx="1223571" cy="374076"/>
          </a:xfrm>
          <a:prstGeom prst="roundRect">
            <a:avLst>
              <a:gd fmla="val 306" name="adj"/>
            </a:avLst>
          </a:prstGeom>
          <a:noFill/>
          <a:ln>
            <a:noFill/>
          </a:ln>
        </p:spPr>
        <p:txBody>
          <a:bodyPr anchorCtr="0" anchor="t" bIns="33200" lIns="67750" spcFirstLastPara="1" rIns="67750" wrap="square" tIns="33200">
            <a:spAutoFit/>
          </a:bodyPr>
          <a:lstStyle/>
          <a:p>
            <a:pPr indent="0" lvl="0" marL="0" marR="0" rtl="0" algn="l">
              <a:lnSpc>
                <a:spcPct val="95000"/>
              </a:lnSpc>
              <a:spcBef>
                <a:spcPts val="0"/>
              </a:spcBef>
              <a:spcAft>
                <a:spcPts val="0"/>
              </a:spcAft>
              <a:buClr>
                <a:srgbClr val="000000"/>
              </a:buClr>
              <a:buSzPts val="2100"/>
              <a:buFont typeface="Arial"/>
              <a:buNone/>
            </a:pPr>
            <a:r>
              <a:rPr b="0" i="0" lang="en-US" sz="2100" u="none" cap="none" strike="noStrike">
                <a:solidFill>
                  <a:srgbClr val="800080"/>
                </a:solidFill>
                <a:latin typeface="Calibri"/>
                <a:ea typeface="Calibri"/>
                <a:cs typeface="Calibri"/>
                <a:sym typeface="Calibri"/>
              </a:rPr>
              <a:t>Rear (Tail)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6"/>
          <p:cNvSpPr txBox="1"/>
          <p:nvPr/>
        </p:nvSpPr>
        <p:spPr>
          <a:xfrm>
            <a:off x="1657350" y="403625"/>
            <a:ext cx="5829300" cy="857400"/>
          </a:xfrm>
          <a:prstGeom prst="rect">
            <a:avLst/>
          </a:prstGeom>
          <a:noFill/>
          <a:ln>
            <a:noFill/>
          </a:ln>
        </p:spPr>
        <p:txBody>
          <a:bodyPr anchorCtr="0" anchor="ctr" bIns="34275" lIns="68575" spcFirstLastPara="1" rIns="68575" wrap="square" tIns="34275">
            <a:normAutofit/>
          </a:bodyPr>
          <a:lstStyle/>
          <a:p>
            <a:pPr indent="0" lvl="0" marL="0" marR="0" rtl="0" algn="ctr">
              <a:lnSpc>
                <a:spcPct val="100000"/>
              </a:lnSpc>
              <a:spcBef>
                <a:spcPts val="0"/>
              </a:spcBef>
              <a:spcAft>
                <a:spcPts val="0"/>
              </a:spcAft>
              <a:buClr>
                <a:srgbClr val="000000"/>
              </a:buClr>
              <a:buSzPts val="3300"/>
              <a:buFont typeface="Arial"/>
              <a:buNone/>
            </a:pPr>
            <a:r>
              <a:rPr b="1" i="0" lang="en-US" sz="3300" u="none" cap="none" strike="noStrike">
                <a:solidFill>
                  <a:srgbClr val="000000"/>
                </a:solidFill>
                <a:latin typeface="Calibri"/>
                <a:ea typeface="Calibri"/>
                <a:cs typeface="Calibri"/>
                <a:sym typeface="Calibri"/>
              </a:rPr>
              <a:t>Operations on Queues</a:t>
            </a:r>
            <a:endParaRPr b="1" i="0" sz="3300" u="none" cap="none" strike="noStrike">
              <a:solidFill>
                <a:srgbClr val="000000"/>
              </a:solidFill>
              <a:latin typeface="Calibri"/>
              <a:ea typeface="Calibri"/>
              <a:cs typeface="Calibri"/>
              <a:sym typeface="Calibri"/>
            </a:endParaRPr>
          </a:p>
        </p:txBody>
      </p:sp>
      <p:sp>
        <p:nvSpPr>
          <p:cNvPr id="782" name="Google Shape;782;p6"/>
          <p:cNvSpPr txBox="1"/>
          <p:nvPr/>
        </p:nvSpPr>
        <p:spPr>
          <a:xfrm>
            <a:off x="1746650" y="1439475"/>
            <a:ext cx="5829300" cy="3086100"/>
          </a:xfrm>
          <a:prstGeom prst="rect">
            <a:avLst/>
          </a:prstGeom>
          <a:noFill/>
          <a:ln>
            <a:noFill/>
          </a:ln>
        </p:spPr>
        <p:txBody>
          <a:bodyPr anchorCtr="0" anchor="t" bIns="34275" lIns="68575" spcFirstLastPara="1" rIns="68575" wrap="square" tIns="34275">
            <a:noAutofit/>
          </a:bodyPr>
          <a:lstStyle/>
          <a:p>
            <a:pPr indent="-257175" lvl="0" marL="257175" marR="0" rtl="0" algn="l">
              <a:lnSpc>
                <a:spcPct val="80000"/>
              </a:lnSpc>
              <a:spcBef>
                <a:spcPts val="0"/>
              </a:spcBef>
              <a:spcAft>
                <a:spcPts val="0"/>
              </a:spcAft>
              <a:buClr>
                <a:srgbClr val="000000"/>
              </a:buClr>
              <a:buSzPts val="2200"/>
              <a:buFont typeface="Arial"/>
              <a:buChar char="•"/>
            </a:pPr>
            <a:r>
              <a:rPr b="1" i="0" lang="en-US" sz="2200" u="none" cap="none" strike="noStrike">
                <a:solidFill>
                  <a:srgbClr val="000000"/>
                </a:solidFill>
                <a:latin typeface="Calibri"/>
                <a:ea typeface="Calibri"/>
                <a:cs typeface="Calibri"/>
                <a:sym typeface="Calibri"/>
              </a:rPr>
              <a:t>Insert(</a:t>
            </a:r>
            <a:r>
              <a:rPr b="0" i="0" lang="en-US" sz="2200" u="none" cap="none" strike="noStrike">
                <a:solidFill>
                  <a:srgbClr val="000000"/>
                </a:solidFill>
                <a:latin typeface="Calibri"/>
                <a:ea typeface="Calibri"/>
                <a:cs typeface="Calibri"/>
                <a:sym typeface="Calibri"/>
              </a:rPr>
              <a:t>item</a:t>
            </a:r>
            <a:r>
              <a:rPr b="1" i="0" lang="en-US" sz="2200" u="none" cap="none" strike="noStrike">
                <a:solidFill>
                  <a:srgbClr val="000000"/>
                </a:solidFill>
                <a:latin typeface="Calibri"/>
                <a:ea typeface="Calibri"/>
                <a:cs typeface="Calibri"/>
                <a:sym typeface="Calibri"/>
              </a:rPr>
              <a:t>)</a:t>
            </a:r>
            <a:r>
              <a:rPr b="0" i="0" lang="en-US" sz="2200" u="none" cap="none" strike="noStrike">
                <a:solidFill>
                  <a:srgbClr val="000000"/>
                </a:solidFill>
                <a:latin typeface="Calibri"/>
                <a:ea typeface="Calibri"/>
                <a:cs typeface="Calibri"/>
                <a:sym typeface="Calibri"/>
              </a:rPr>
              <a:t>: (also called enqueue)</a:t>
            </a:r>
            <a:endParaRPr b="0" i="0" sz="2100" u="none" cap="none" strike="noStrike">
              <a:solidFill>
                <a:srgbClr val="000000"/>
              </a:solidFill>
              <a:latin typeface="Arial"/>
              <a:ea typeface="Arial"/>
              <a:cs typeface="Arial"/>
              <a:sym typeface="Arial"/>
            </a:endParaRPr>
          </a:p>
          <a:p>
            <a:pPr indent="-258762" lvl="1" marL="557213" marR="0" rtl="0" algn="l">
              <a:lnSpc>
                <a:spcPct val="80000"/>
              </a:lnSpc>
              <a:spcBef>
                <a:spcPts val="270"/>
              </a:spcBef>
              <a:spcAft>
                <a:spcPts val="0"/>
              </a:spcAft>
              <a:buClr>
                <a:srgbClr val="000000"/>
              </a:buClr>
              <a:buSzPts val="2050"/>
              <a:buFont typeface="Arial"/>
              <a:buChar char="–"/>
            </a:pPr>
            <a:r>
              <a:rPr b="0" i="0" lang="en-US" sz="2050" u="none" cap="none" strike="noStrike">
                <a:solidFill>
                  <a:srgbClr val="000000"/>
                </a:solidFill>
                <a:latin typeface="Calibri"/>
                <a:ea typeface="Calibri"/>
                <a:cs typeface="Calibri"/>
                <a:sym typeface="Calibri"/>
              </a:rPr>
              <a:t>It adds a new item to the tail of the queue</a:t>
            </a:r>
            <a:endParaRPr b="0" i="0" sz="2100" u="none" cap="none" strike="noStrike">
              <a:solidFill>
                <a:srgbClr val="000000"/>
              </a:solidFill>
              <a:latin typeface="Arial"/>
              <a:ea typeface="Arial"/>
              <a:cs typeface="Arial"/>
              <a:sym typeface="Arial"/>
            </a:endParaRPr>
          </a:p>
          <a:p>
            <a:pPr indent="-257175" lvl="0" marL="257175" marR="0" rtl="0" algn="l">
              <a:lnSpc>
                <a:spcPct val="80000"/>
              </a:lnSpc>
              <a:spcBef>
                <a:spcPts val="300"/>
              </a:spcBef>
              <a:spcAft>
                <a:spcPts val="0"/>
              </a:spcAft>
              <a:buClr>
                <a:srgbClr val="000000"/>
              </a:buClr>
              <a:buSzPts val="2200"/>
              <a:buFont typeface="Arial"/>
              <a:buChar char="•"/>
            </a:pPr>
            <a:r>
              <a:rPr b="1" i="0" lang="en-US" sz="2200" u="none" cap="none" strike="noStrike">
                <a:solidFill>
                  <a:srgbClr val="000000"/>
                </a:solidFill>
                <a:latin typeface="Calibri"/>
                <a:ea typeface="Calibri"/>
                <a:cs typeface="Calibri"/>
                <a:sym typeface="Calibri"/>
              </a:rPr>
              <a:t>Remove( )</a:t>
            </a:r>
            <a:r>
              <a:rPr b="0" i="0" lang="en-US" sz="2200" u="none" cap="none" strike="noStrike">
                <a:solidFill>
                  <a:srgbClr val="000000"/>
                </a:solidFill>
                <a:latin typeface="Calibri"/>
                <a:ea typeface="Calibri"/>
                <a:cs typeface="Calibri"/>
                <a:sym typeface="Calibri"/>
              </a:rPr>
              <a:t>:  (also called delete or dequeue)</a:t>
            </a:r>
            <a:endParaRPr b="0" i="0" sz="2100" u="none" cap="none" strike="noStrike">
              <a:solidFill>
                <a:srgbClr val="000000"/>
              </a:solidFill>
              <a:latin typeface="Arial"/>
              <a:ea typeface="Arial"/>
              <a:cs typeface="Arial"/>
              <a:sym typeface="Arial"/>
            </a:endParaRPr>
          </a:p>
          <a:p>
            <a:pPr indent="-258762" lvl="1" marL="557213" marR="0" rtl="0" algn="l">
              <a:lnSpc>
                <a:spcPct val="80000"/>
              </a:lnSpc>
              <a:spcBef>
                <a:spcPts val="270"/>
              </a:spcBef>
              <a:spcAft>
                <a:spcPts val="0"/>
              </a:spcAft>
              <a:buClr>
                <a:srgbClr val="000000"/>
              </a:buClr>
              <a:buSzPts val="2050"/>
              <a:buFont typeface="Arial"/>
              <a:buChar char="–"/>
            </a:pPr>
            <a:r>
              <a:rPr b="0" i="0" lang="en-US" sz="2050" u="none" cap="none" strike="noStrike">
                <a:solidFill>
                  <a:srgbClr val="000000"/>
                </a:solidFill>
                <a:latin typeface="Calibri"/>
                <a:ea typeface="Calibri"/>
                <a:cs typeface="Calibri"/>
                <a:sym typeface="Calibri"/>
              </a:rPr>
              <a:t>It deletes the head item of the queue, and returns to the caller. If the queue is already empty, this operation returns NULL</a:t>
            </a:r>
            <a:endParaRPr b="0" i="0" sz="2100" u="none" cap="none" strike="noStrike">
              <a:solidFill>
                <a:srgbClr val="000000"/>
              </a:solidFill>
              <a:latin typeface="Arial"/>
              <a:ea typeface="Arial"/>
              <a:cs typeface="Arial"/>
              <a:sym typeface="Arial"/>
            </a:endParaRPr>
          </a:p>
          <a:p>
            <a:pPr indent="-257175" lvl="0" marL="257175" marR="0" rtl="0" algn="l">
              <a:lnSpc>
                <a:spcPct val="80000"/>
              </a:lnSpc>
              <a:spcBef>
                <a:spcPts val="300"/>
              </a:spcBef>
              <a:spcAft>
                <a:spcPts val="0"/>
              </a:spcAft>
              <a:buClr>
                <a:srgbClr val="000000"/>
              </a:buClr>
              <a:buSzPts val="2200"/>
              <a:buFont typeface="Arial"/>
              <a:buChar char="•"/>
            </a:pPr>
            <a:r>
              <a:rPr b="1" i="0" lang="en-US" sz="2200" u="none" cap="none" strike="noStrike">
                <a:solidFill>
                  <a:srgbClr val="000000"/>
                </a:solidFill>
                <a:latin typeface="Calibri"/>
                <a:ea typeface="Calibri"/>
                <a:cs typeface="Calibri"/>
                <a:sym typeface="Calibri"/>
              </a:rPr>
              <a:t>getHead( ):</a:t>
            </a:r>
            <a:endParaRPr b="0" i="0" sz="2100" u="none" cap="none" strike="noStrike">
              <a:solidFill>
                <a:srgbClr val="000000"/>
              </a:solidFill>
              <a:latin typeface="Arial"/>
              <a:ea typeface="Arial"/>
              <a:cs typeface="Arial"/>
              <a:sym typeface="Arial"/>
            </a:endParaRPr>
          </a:p>
          <a:p>
            <a:pPr indent="-258762" lvl="1" marL="557213" marR="0" rtl="0" algn="l">
              <a:lnSpc>
                <a:spcPct val="80000"/>
              </a:lnSpc>
              <a:spcBef>
                <a:spcPts val="270"/>
              </a:spcBef>
              <a:spcAft>
                <a:spcPts val="0"/>
              </a:spcAft>
              <a:buClr>
                <a:srgbClr val="000000"/>
              </a:buClr>
              <a:buSzPts val="2050"/>
              <a:buFont typeface="Arial"/>
              <a:buChar char="–"/>
            </a:pPr>
            <a:r>
              <a:rPr b="0" i="0" lang="en-US" sz="2050" u="none" cap="none" strike="noStrike">
                <a:solidFill>
                  <a:srgbClr val="000000"/>
                </a:solidFill>
                <a:latin typeface="Calibri"/>
                <a:ea typeface="Calibri"/>
                <a:cs typeface="Calibri"/>
                <a:sym typeface="Calibri"/>
              </a:rPr>
              <a:t>Returns the value in the head element of the queue</a:t>
            </a:r>
            <a:endParaRPr b="0" i="0" sz="2100" u="none" cap="none" strike="noStrike">
              <a:solidFill>
                <a:srgbClr val="000000"/>
              </a:solidFill>
              <a:latin typeface="Arial"/>
              <a:ea typeface="Arial"/>
              <a:cs typeface="Arial"/>
              <a:sym typeface="Arial"/>
            </a:endParaRPr>
          </a:p>
          <a:p>
            <a:pPr indent="-257175" lvl="0" marL="257175" marR="0" rtl="0" algn="l">
              <a:lnSpc>
                <a:spcPct val="80000"/>
              </a:lnSpc>
              <a:spcBef>
                <a:spcPts val="300"/>
              </a:spcBef>
              <a:spcAft>
                <a:spcPts val="0"/>
              </a:spcAft>
              <a:buClr>
                <a:srgbClr val="000000"/>
              </a:buClr>
              <a:buSzPts val="2200"/>
              <a:buFont typeface="Arial"/>
              <a:buChar char="•"/>
            </a:pPr>
            <a:r>
              <a:rPr b="1" i="0" lang="en-US" sz="2200" u="none" cap="none" strike="noStrike">
                <a:solidFill>
                  <a:srgbClr val="000000"/>
                </a:solidFill>
                <a:latin typeface="Calibri"/>
                <a:ea typeface="Calibri"/>
                <a:cs typeface="Calibri"/>
                <a:sym typeface="Calibri"/>
              </a:rPr>
              <a:t>getTail( ):</a:t>
            </a:r>
            <a:endParaRPr b="0" i="0" sz="2900" u="none" cap="none" strike="noStrike">
              <a:solidFill>
                <a:srgbClr val="000000"/>
              </a:solidFill>
              <a:latin typeface="Arial"/>
              <a:ea typeface="Arial"/>
              <a:cs typeface="Arial"/>
              <a:sym typeface="Arial"/>
            </a:endParaRPr>
          </a:p>
          <a:p>
            <a:pPr indent="-258762" lvl="1" marL="557213" marR="0" rtl="0" algn="l">
              <a:lnSpc>
                <a:spcPct val="80000"/>
              </a:lnSpc>
              <a:spcBef>
                <a:spcPts val="270"/>
              </a:spcBef>
              <a:spcAft>
                <a:spcPts val="0"/>
              </a:spcAft>
              <a:buClr>
                <a:srgbClr val="000000"/>
              </a:buClr>
              <a:buSzPts val="2050"/>
              <a:buFont typeface="Arial"/>
              <a:buChar char="–"/>
            </a:pPr>
            <a:r>
              <a:rPr b="0" i="0" lang="en-US" sz="2050" u="none" cap="none" strike="noStrike">
                <a:solidFill>
                  <a:srgbClr val="000000"/>
                </a:solidFill>
                <a:latin typeface="Calibri"/>
                <a:ea typeface="Calibri"/>
                <a:cs typeface="Calibri"/>
                <a:sym typeface="Calibri"/>
              </a:rPr>
              <a:t>Returns the value in the tail element of the queue</a:t>
            </a:r>
            <a:endParaRPr b="0" i="0" sz="2100" u="none" cap="none" strike="noStrike">
              <a:solidFill>
                <a:srgbClr val="000000"/>
              </a:solidFill>
              <a:latin typeface="Arial"/>
              <a:ea typeface="Arial"/>
              <a:cs typeface="Arial"/>
              <a:sym typeface="Arial"/>
            </a:endParaRPr>
          </a:p>
          <a:p>
            <a:pPr indent="-257175" lvl="0" marL="257175" marR="0" rtl="0" algn="l">
              <a:lnSpc>
                <a:spcPct val="80000"/>
              </a:lnSpc>
              <a:spcBef>
                <a:spcPts val="300"/>
              </a:spcBef>
              <a:spcAft>
                <a:spcPts val="0"/>
              </a:spcAft>
              <a:buClr>
                <a:srgbClr val="000000"/>
              </a:buClr>
              <a:buSzPts val="2200"/>
              <a:buFont typeface="Arial"/>
              <a:buChar char="•"/>
            </a:pPr>
            <a:r>
              <a:rPr b="1" i="0" lang="en-US" sz="2200" u="none" cap="none" strike="noStrike">
                <a:solidFill>
                  <a:srgbClr val="000000"/>
                </a:solidFill>
                <a:latin typeface="Calibri"/>
                <a:ea typeface="Calibri"/>
                <a:cs typeface="Calibri"/>
                <a:sym typeface="Calibri"/>
              </a:rPr>
              <a:t>isEmpty( )</a:t>
            </a:r>
            <a:endParaRPr b="0" i="0" sz="2100" u="none" cap="none" strike="noStrike">
              <a:solidFill>
                <a:srgbClr val="000000"/>
              </a:solidFill>
              <a:latin typeface="Arial"/>
              <a:ea typeface="Arial"/>
              <a:cs typeface="Arial"/>
              <a:sym typeface="Arial"/>
            </a:endParaRPr>
          </a:p>
          <a:p>
            <a:pPr indent="-258762" lvl="1" marL="557213" marR="0" rtl="0" algn="l">
              <a:lnSpc>
                <a:spcPct val="80000"/>
              </a:lnSpc>
              <a:spcBef>
                <a:spcPts val="270"/>
              </a:spcBef>
              <a:spcAft>
                <a:spcPts val="0"/>
              </a:spcAft>
              <a:buClr>
                <a:srgbClr val="000000"/>
              </a:buClr>
              <a:buSzPts val="2050"/>
              <a:buFont typeface="Arial"/>
              <a:buChar char="–"/>
            </a:pPr>
            <a:r>
              <a:rPr b="0" i="0" lang="en-US" sz="2050" u="none" cap="none" strike="noStrike">
                <a:solidFill>
                  <a:srgbClr val="000000"/>
                </a:solidFill>
                <a:latin typeface="Calibri"/>
                <a:ea typeface="Calibri"/>
                <a:cs typeface="Calibri"/>
                <a:sym typeface="Calibri"/>
              </a:rPr>
              <a:t>Returns </a:t>
            </a:r>
            <a:r>
              <a:rPr b="1" i="0" lang="en-US" sz="2050" u="none" cap="none" strike="noStrike">
                <a:solidFill>
                  <a:srgbClr val="C0504D"/>
                </a:solidFill>
                <a:latin typeface="Calibri"/>
                <a:ea typeface="Calibri"/>
                <a:cs typeface="Calibri"/>
                <a:sym typeface="Calibri"/>
              </a:rPr>
              <a:t>true</a:t>
            </a:r>
            <a:r>
              <a:rPr b="0" i="0" lang="en-US" sz="2050" u="none" cap="none" strike="noStrike">
                <a:solidFill>
                  <a:srgbClr val="000000"/>
                </a:solidFill>
                <a:latin typeface="Calibri"/>
                <a:ea typeface="Calibri"/>
                <a:cs typeface="Calibri"/>
                <a:sym typeface="Calibri"/>
              </a:rPr>
              <a:t> if the queue has no items</a:t>
            </a:r>
            <a:endParaRPr b="0" i="0" sz="2100" u="none" cap="none" strike="noStrike">
              <a:solidFill>
                <a:srgbClr val="000000"/>
              </a:solidFill>
              <a:latin typeface="Arial"/>
              <a:ea typeface="Arial"/>
              <a:cs typeface="Arial"/>
              <a:sym typeface="Arial"/>
            </a:endParaRPr>
          </a:p>
          <a:p>
            <a:pPr indent="-257175" lvl="0" marL="257175" marR="0" rtl="0" algn="l">
              <a:lnSpc>
                <a:spcPct val="80000"/>
              </a:lnSpc>
              <a:spcBef>
                <a:spcPts val="300"/>
              </a:spcBef>
              <a:spcAft>
                <a:spcPts val="0"/>
              </a:spcAft>
              <a:buClr>
                <a:srgbClr val="000000"/>
              </a:buClr>
              <a:buSzPts val="2200"/>
              <a:buFont typeface="Arial"/>
              <a:buChar char="•"/>
            </a:pPr>
            <a:r>
              <a:rPr b="1" i="0" lang="en-US" sz="2200" u="none" cap="none" strike="noStrike">
                <a:solidFill>
                  <a:srgbClr val="000000"/>
                </a:solidFill>
                <a:latin typeface="Calibri"/>
                <a:ea typeface="Calibri"/>
                <a:cs typeface="Calibri"/>
                <a:sym typeface="Calibri"/>
              </a:rPr>
              <a:t>size</a:t>
            </a:r>
            <a:r>
              <a:rPr b="0" i="0" lang="en-US" sz="2200" u="none" cap="none" strike="noStrike">
                <a:solidFill>
                  <a:srgbClr val="000000"/>
                </a:solidFill>
                <a:latin typeface="Calibri"/>
                <a:ea typeface="Calibri"/>
                <a:cs typeface="Calibri"/>
                <a:sym typeface="Calibri"/>
              </a:rPr>
              <a:t>( )</a:t>
            </a:r>
            <a:endParaRPr b="0" i="0" sz="2100" u="none" cap="none" strike="noStrike">
              <a:solidFill>
                <a:srgbClr val="000000"/>
              </a:solidFill>
              <a:latin typeface="Arial"/>
              <a:ea typeface="Arial"/>
              <a:cs typeface="Arial"/>
              <a:sym typeface="Arial"/>
            </a:endParaRPr>
          </a:p>
          <a:p>
            <a:pPr indent="-258762" lvl="1" marL="557213" marR="0" rtl="0" algn="l">
              <a:lnSpc>
                <a:spcPct val="80000"/>
              </a:lnSpc>
              <a:spcBef>
                <a:spcPts val="270"/>
              </a:spcBef>
              <a:spcAft>
                <a:spcPts val="0"/>
              </a:spcAft>
              <a:buClr>
                <a:srgbClr val="000000"/>
              </a:buClr>
              <a:buSzPts val="2050"/>
              <a:buFont typeface="Arial"/>
              <a:buChar char="–"/>
            </a:pPr>
            <a:r>
              <a:rPr b="0" i="0" lang="en-US" sz="2050" u="none" cap="none" strike="noStrike">
                <a:solidFill>
                  <a:srgbClr val="000000"/>
                </a:solidFill>
                <a:latin typeface="Calibri"/>
                <a:ea typeface="Calibri"/>
                <a:cs typeface="Calibri"/>
                <a:sym typeface="Calibri"/>
              </a:rPr>
              <a:t>Returns the number of items in the queue</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300"/>
              <a:buFont typeface="Calibri"/>
              <a:buNone/>
            </a:pPr>
            <a:r>
              <a:rPr lang="en-US"/>
              <a:t>Creation of Queue</a:t>
            </a:r>
            <a:endParaRPr/>
          </a:p>
        </p:txBody>
      </p:sp>
      <p:sp>
        <p:nvSpPr>
          <p:cNvPr id="788" name="Google Shape;788;p7"/>
          <p:cNvSpPr txBox="1"/>
          <p:nvPr>
            <p:ph idx="1" type="body"/>
          </p:nvPr>
        </p:nvSpPr>
        <p:spPr>
          <a:xfrm>
            <a:off x="1485900" y="2057401"/>
            <a:ext cx="3943350" cy="3394472"/>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254"/>
              </a:srgbClr>
            </a:outerShdw>
          </a:effectLst>
        </p:spPr>
        <p:txBody>
          <a:bodyPr anchorCtr="0" anchor="t" bIns="45700" lIns="91425" spcFirstLastPara="1" rIns="91425" wrap="square" tIns="45700">
            <a:normAutofit/>
          </a:bodyPr>
          <a:lstStyle/>
          <a:p>
            <a:pPr indent="-257175" lvl="0" marL="257175" rtl="0" algn="l">
              <a:lnSpc>
                <a:spcPct val="100000"/>
              </a:lnSpc>
              <a:spcBef>
                <a:spcPts val="0"/>
              </a:spcBef>
              <a:spcAft>
                <a:spcPts val="0"/>
              </a:spcAft>
              <a:buClr>
                <a:schemeClr val="dk1"/>
              </a:buClr>
              <a:buSzPts val="2400"/>
              <a:buNone/>
            </a:pPr>
            <a:r>
              <a:rPr lang="en-US">
                <a:solidFill>
                  <a:schemeClr val="dk1"/>
                </a:solidFill>
                <a:latin typeface="Calibri"/>
                <a:ea typeface="Calibri"/>
                <a:cs typeface="Calibri"/>
                <a:sym typeface="Calibri"/>
              </a:rPr>
              <a:t>Module Create Queue</a:t>
            </a:r>
            <a:endParaRPr/>
          </a:p>
          <a:p>
            <a:pPr indent="-257175" lvl="0" marL="257175" rtl="0" algn="l">
              <a:lnSpc>
                <a:spcPct val="100000"/>
              </a:lnSpc>
              <a:spcBef>
                <a:spcPts val="480"/>
              </a:spcBef>
              <a:spcAft>
                <a:spcPts val="0"/>
              </a:spcAft>
              <a:buClr>
                <a:schemeClr val="dk1"/>
              </a:buClr>
              <a:buSzPts val="2400"/>
              <a:buNone/>
            </a:pPr>
            <a:r>
              <a:rPr lang="en-US">
                <a:solidFill>
                  <a:schemeClr val="dk1"/>
                </a:solidFill>
                <a:latin typeface="Calibri"/>
                <a:ea typeface="Calibri"/>
                <a:cs typeface="Calibri"/>
                <a:sym typeface="Calibri"/>
              </a:rPr>
              <a:t>		count = 0</a:t>
            </a:r>
            <a:endParaRPr/>
          </a:p>
          <a:p>
            <a:pPr indent="-214311" lvl="1" marL="557213" rtl="0" algn="l">
              <a:lnSpc>
                <a:spcPct val="100000"/>
              </a:lnSpc>
              <a:spcBef>
                <a:spcPts val="420"/>
              </a:spcBef>
              <a:spcAft>
                <a:spcPts val="0"/>
              </a:spcAft>
              <a:buClr>
                <a:schemeClr val="dk1"/>
              </a:buClr>
              <a:buSzPts val="2100"/>
              <a:buNone/>
            </a:pPr>
            <a:r>
              <a:rPr lang="en-US">
                <a:solidFill>
                  <a:schemeClr val="dk1"/>
                </a:solidFill>
                <a:latin typeface="Calibri"/>
                <a:ea typeface="Calibri"/>
                <a:cs typeface="Calibri"/>
                <a:sym typeface="Calibri"/>
              </a:rPr>
              <a:t>	  front = -1 </a:t>
            </a:r>
            <a:endParaRPr/>
          </a:p>
          <a:p>
            <a:pPr indent="-257175" lvl="0" marL="257175" rtl="0" algn="l">
              <a:lnSpc>
                <a:spcPct val="100000"/>
              </a:lnSpc>
              <a:spcBef>
                <a:spcPts val="480"/>
              </a:spcBef>
              <a:spcAft>
                <a:spcPts val="0"/>
              </a:spcAft>
              <a:buClr>
                <a:schemeClr val="dk1"/>
              </a:buClr>
              <a:buSzPts val="2400"/>
              <a:buNone/>
            </a:pPr>
            <a:r>
              <a:rPr lang="en-US">
                <a:solidFill>
                  <a:schemeClr val="dk1"/>
                </a:solidFill>
                <a:latin typeface="Calibri"/>
                <a:ea typeface="Calibri"/>
                <a:cs typeface="Calibri"/>
                <a:sym typeface="Calibri"/>
              </a:rPr>
              <a:t>		rear= -1</a:t>
            </a:r>
            <a:endParaRPr/>
          </a:p>
          <a:p>
            <a:pPr indent="-257175" lvl="0" marL="257175" rtl="0" algn="l">
              <a:lnSpc>
                <a:spcPct val="100000"/>
              </a:lnSpc>
              <a:spcBef>
                <a:spcPts val="480"/>
              </a:spcBef>
              <a:spcAft>
                <a:spcPts val="0"/>
              </a:spcAft>
              <a:buClr>
                <a:schemeClr val="dk1"/>
              </a:buClr>
              <a:buSzPts val="2400"/>
              <a:buNone/>
            </a:pPr>
            <a:r>
              <a:rPr lang="en-US">
                <a:solidFill>
                  <a:schemeClr val="dk1"/>
                </a:solidFill>
                <a:latin typeface="Calibri"/>
                <a:ea typeface="Calibri"/>
                <a:cs typeface="Calibri"/>
                <a:sym typeface="Calibri"/>
              </a:rPr>
              <a:t>End Module Create Queue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300"/>
              <a:buFont typeface="Calibri"/>
              <a:buNone/>
            </a:pPr>
            <a:r>
              <a:rPr b="1" lang="en-US"/>
              <a:t>enQueue(value) - Inserting value into the queue</a:t>
            </a:r>
            <a:endParaRPr/>
          </a:p>
        </p:txBody>
      </p:sp>
      <p:sp>
        <p:nvSpPr>
          <p:cNvPr id="794" name="Google Shape;794;p8"/>
          <p:cNvSpPr txBox="1"/>
          <p:nvPr>
            <p:ph idx="1" type="body"/>
          </p:nvPr>
        </p:nvSpPr>
        <p:spPr>
          <a:xfrm>
            <a:off x="1485900" y="2057400"/>
            <a:ext cx="5829300" cy="35433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254"/>
              </a:srgbClr>
            </a:outerShdw>
          </a:effectLst>
        </p:spPr>
        <p:txBody>
          <a:bodyPr anchorCtr="0" anchor="t" bIns="45700" lIns="91425" spcFirstLastPara="1" rIns="91425" wrap="square" tIns="45700">
            <a:normAutofit/>
          </a:bodyPr>
          <a:lstStyle/>
          <a:p>
            <a:pPr indent="-257175" lvl="0" marL="257175" rtl="0" algn="just">
              <a:lnSpc>
                <a:spcPct val="100000"/>
              </a:lnSpc>
              <a:spcBef>
                <a:spcPts val="0"/>
              </a:spcBef>
              <a:spcAft>
                <a:spcPts val="0"/>
              </a:spcAft>
              <a:buClr>
                <a:schemeClr val="dk1"/>
              </a:buClr>
              <a:buSzPts val="2400"/>
              <a:buChar char="•"/>
            </a:pPr>
            <a:r>
              <a:rPr b="1" lang="en-US">
                <a:solidFill>
                  <a:schemeClr val="dk1"/>
                </a:solidFill>
                <a:latin typeface="Calibri"/>
                <a:ea typeface="Calibri"/>
                <a:cs typeface="Calibri"/>
                <a:sym typeface="Calibri"/>
              </a:rPr>
              <a:t>Step1:</a:t>
            </a:r>
            <a:r>
              <a:rPr lang="en-US">
                <a:solidFill>
                  <a:schemeClr val="dk1"/>
                </a:solidFill>
                <a:latin typeface="Calibri"/>
                <a:ea typeface="Calibri"/>
                <a:cs typeface="Calibri"/>
                <a:sym typeface="Calibri"/>
              </a:rPr>
              <a:t> Check whether </a:t>
            </a:r>
            <a:r>
              <a:rPr b="1" lang="en-US">
                <a:solidFill>
                  <a:schemeClr val="dk1"/>
                </a:solidFill>
                <a:latin typeface="Calibri"/>
                <a:ea typeface="Calibri"/>
                <a:cs typeface="Calibri"/>
                <a:sym typeface="Calibri"/>
              </a:rPr>
              <a:t>queue</a:t>
            </a:r>
            <a:r>
              <a:rPr lang="en-US">
                <a:solidFill>
                  <a:schemeClr val="dk1"/>
                </a:solidFill>
                <a:latin typeface="Calibri"/>
                <a:ea typeface="Calibri"/>
                <a:cs typeface="Calibri"/>
                <a:sym typeface="Calibri"/>
              </a:rPr>
              <a:t> is </a:t>
            </a:r>
            <a:r>
              <a:rPr b="1" lang="en-US">
                <a:solidFill>
                  <a:schemeClr val="dk1"/>
                </a:solidFill>
                <a:latin typeface="Calibri"/>
                <a:ea typeface="Calibri"/>
                <a:cs typeface="Calibri"/>
                <a:sym typeface="Calibri"/>
              </a:rPr>
              <a:t>FULL</a:t>
            </a:r>
            <a:r>
              <a:rPr lang="en-US">
                <a:solidFill>
                  <a:schemeClr val="dk1"/>
                </a:solidFill>
                <a:latin typeface="Calibri"/>
                <a:ea typeface="Calibri"/>
                <a:cs typeface="Calibri"/>
                <a:sym typeface="Calibri"/>
              </a:rPr>
              <a:t>. (</a:t>
            </a:r>
            <a:r>
              <a:rPr b="1" lang="en-US">
                <a:solidFill>
                  <a:schemeClr val="dk1"/>
                </a:solidFill>
                <a:latin typeface="Calibri"/>
                <a:ea typeface="Calibri"/>
                <a:cs typeface="Calibri"/>
                <a:sym typeface="Calibri"/>
              </a:rPr>
              <a:t>rear == SIZE-1</a:t>
            </a:r>
            <a:r>
              <a:rPr lang="en-US">
                <a:solidFill>
                  <a:schemeClr val="dk1"/>
                </a:solidFill>
                <a:latin typeface="Calibri"/>
                <a:ea typeface="Calibri"/>
                <a:cs typeface="Calibri"/>
                <a:sym typeface="Calibri"/>
              </a:rPr>
              <a:t>)</a:t>
            </a:r>
            <a:endParaRPr/>
          </a:p>
          <a:p>
            <a:pPr indent="-257175" lvl="0" marL="257175" rtl="0" algn="just">
              <a:lnSpc>
                <a:spcPct val="100000"/>
              </a:lnSpc>
              <a:spcBef>
                <a:spcPts val="480"/>
              </a:spcBef>
              <a:spcAft>
                <a:spcPts val="0"/>
              </a:spcAft>
              <a:buClr>
                <a:schemeClr val="dk1"/>
              </a:buClr>
              <a:buSzPts val="2400"/>
              <a:buChar char="•"/>
            </a:pPr>
            <a:r>
              <a:rPr b="1" lang="en-US">
                <a:solidFill>
                  <a:schemeClr val="dk1"/>
                </a:solidFill>
                <a:latin typeface="Calibri"/>
                <a:ea typeface="Calibri"/>
                <a:cs typeface="Calibri"/>
                <a:sym typeface="Calibri"/>
              </a:rPr>
              <a:t>Step 2:</a:t>
            </a:r>
            <a:r>
              <a:rPr lang="en-US">
                <a:solidFill>
                  <a:schemeClr val="dk1"/>
                </a:solidFill>
                <a:latin typeface="Calibri"/>
                <a:ea typeface="Calibri"/>
                <a:cs typeface="Calibri"/>
                <a:sym typeface="Calibri"/>
              </a:rPr>
              <a:t> If it is </a:t>
            </a:r>
            <a:r>
              <a:rPr b="1" lang="en-US">
                <a:solidFill>
                  <a:schemeClr val="dk1"/>
                </a:solidFill>
                <a:latin typeface="Calibri"/>
                <a:ea typeface="Calibri"/>
                <a:cs typeface="Calibri"/>
                <a:sym typeface="Calibri"/>
              </a:rPr>
              <a:t>FULL</a:t>
            </a:r>
            <a:r>
              <a:rPr lang="en-US">
                <a:solidFill>
                  <a:schemeClr val="dk1"/>
                </a:solidFill>
                <a:latin typeface="Calibri"/>
                <a:ea typeface="Calibri"/>
                <a:cs typeface="Calibri"/>
                <a:sym typeface="Calibri"/>
              </a:rPr>
              <a:t>, then display </a:t>
            </a:r>
            <a:r>
              <a:rPr b="1" lang="en-US">
                <a:solidFill>
                  <a:schemeClr val="dk1"/>
                </a:solidFill>
                <a:latin typeface="Calibri"/>
                <a:ea typeface="Calibri"/>
                <a:cs typeface="Calibri"/>
                <a:sym typeface="Calibri"/>
              </a:rPr>
              <a:t>"Queue is FULL!!! Insertion is not possible!!!"</a:t>
            </a:r>
            <a:r>
              <a:rPr lang="en-US">
                <a:solidFill>
                  <a:schemeClr val="dk1"/>
                </a:solidFill>
                <a:latin typeface="Calibri"/>
                <a:ea typeface="Calibri"/>
                <a:cs typeface="Calibri"/>
                <a:sym typeface="Calibri"/>
              </a:rPr>
              <a:t> and terminate the function.</a:t>
            </a:r>
            <a:endParaRPr/>
          </a:p>
          <a:p>
            <a:pPr indent="-257175" lvl="0" marL="257175" rtl="0" algn="just">
              <a:lnSpc>
                <a:spcPct val="100000"/>
              </a:lnSpc>
              <a:spcBef>
                <a:spcPts val="480"/>
              </a:spcBef>
              <a:spcAft>
                <a:spcPts val="0"/>
              </a:spcAft>
              <a:buClr>
                <a:schemeClr val="dk1"/>
              </a:buClr>
              <a:buSzPts val="2400"/>
              <a:buChar char="•"/>
            </a:pPr>
            <a:r>
              <a:rPr b="1" lang="en-US">
                <a:solidFill>
                  <a:schemeClr val="dk1"/>
                </a:solidFill>
                <a:latin typeface="Calibri"/>
                <a:ea typeface="Calibri"/>
                <a:cs typeface="Calibri"/>
                <a:sym typeface="Calibri"/>
              </a:rPr>
              <a:t>Step 3:</a:t>
            </a:r>
            <a:r>
              <a:rPr lang="en-US">
                <a:solidFill>
                  <a:schemeClr val="dk1"/>
                </a:solidFill>
                <a:latin typeface="Calibri"/>
                <a:ea typeface="Calibri"/>
                <a:cs typeface="Calibri"/>
                <a:sym typeface="Calibri"/>
              </a:rPr>
              <a:t> If it is </a:t>
            </a:r>
            <a:r>
              <a:rPr b="1" lang="en-US">
                <a:solidFill>
                  <a:schemeClr val="dk1"/>
                </a:solidFill>
                <a:latin typeface="Calibri"/>
                <a:ea typeface="Calibri"/>
                <a:cs typeface="Calibri"/>
                <a:sym typeface="Calibri"/>
              </a:rPr>
              <a:t>NOT FULL</a:t>
            </a:r>
            <a:r>
              <a:rPr lang="en-US">
                <a:solidFill>
                  <a:schemeClr val="dk1"/>
                </a:solidFill>
                <a:latin typeface="Calibri"/>
                <a:ea typeface="Calibri"/>
                <a:cs typeface="Calibri"/>
                <a:sym typeface="Calibri"/>
              </a:rPr>
              <a:t>, then increment </a:t>
            </a:r>
            <a:r>
              <a:rPr b="1" lang="en-US">
                <a:solidFill>
                  <a:schemeClr val="dk1"/>
                </a:solidFill>
                <a:latin typeface="Calibri"/>
                <a:ea typeface="Calibri"/>
                <a:cs typeface="Calibri"/>
                <a:sym typeface="Calibri"/>
              </a:rPr>
              <a:t>rear</a:t>
            </a:r>
            <a:r>
              <a:rPr lang="en-US">
                <a:solidFill>
                  <a:schemeClr val="dk1"/>
                </a:solidFill>
                <a:latin typeface="Calibri"/>
                <a:ea typeface="Calibri"/>
                <a:cs typeface="Calibri"/>
                <a:sym typeface="Calibri"/>
              </a:rPr>
              <a:t> value by one (</a:t>
            </a:r>
            <a:r>
              <a:rPr b="1" lang="en-US">
                <a:solidFill>
                  <a:schemeClr val="dk1"/>
                </a:solidFill>
                <a:latin typeface="Calibri"/>
                <a:ea typeface="Calibri"/>
                <a:cs typeface="Calibri"/>
                <a:sym typeface="Calibri"/>
              </a:rPr>
              <a:t>rear++</a:t>
            </a:r>
            <a:r>
              <a:rPr lang="en-US">
                <a:solidFill>
                  <a:schemeClr val="dk1"/>
                </a:solidFill>
                <a:latin typeface="Calibri"/>
                <a:ea typeface="Calibri"/>
                <a:cs typeface="Calibri"/>
                <a:sym typeface="Calibri"/>
              </a:rPr>
              <a:t>) and set </a:t>
            </a:r>
            <a:r>
              <a:rPr b="1" lang="en-US">
                <a:solidFill>
                  <a:schemeClr val="dk1"/>
                </a:solidFill>
                <a:latin typeface="Calibri"/>
                <a:ea typeface="Calibri"/>
                <a:cs typeface="Calibri"/>
                <a:sym typeface="Calibri"/>
              </a:rPr>
              <a:t>queue[rear]</a:t>
            </a:r>
            <a:r>
              <a:rPr lang="en-US">
                <a:solidFill>
                  <a:schemeClr val="dk1"/>
                </a:solidFill>
                <a:latin typeface="Calibri"/>
                <a:ea typeface="Calibri"/>
                <a:cs typeface="Calibri"/>
                <a:sym typeface="Calibri"/>
              </a:rPr>
              <a:t> = </a:t>
            </a:r>
            <a:r>
              <a:rPr b="1" lang="en-US">
                <a:solidFill>
                  <a:schemeClr val="dk1"/>
                </a:solidFill>
                <a:latin typeface="Calibri"/>
                <a:ea typeface="Calibri"/>
                <a:cs typeface="Calibri"/>
                <a:sym typeface="Calibri"/>
              </a:rPr>
              <a:t>value</a:t>
            </a:r>
            <a:r>
              <a:rPr lang="en-US">
                <a:solidFill>
                  <a:schemeClr val="dk1"/>
                </a:solidFill>
                <a:latin typeface="Calibri"/>
                <a:ea typeface="Calibri"/>
                <a:cs typeface="Calibri"/>
                <a:sym typeface="Calibri"/>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9"/>
          <p:cNvSpPr txBox="1"/>
          <p:nvPr>
            <p:ph type="title"/>
          </p:nvPr>
        </p:nvSpPr>
        <p:spPr>
          <a:xfrm>
            <a:off x="1425175" y="239325"/>
            <a:ext cx="5829300" cy="857400"/>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dk1"/>
              </a:buClr>
              <a:buSzPts val="3300"/>
              <a:buFont typeface="Calibri"/>
              <a:buNone/>
            </a:pPr>
            <a:r>
              <a:rPr lang="en-US"/>
              <a:t>Array Implementation</a:t>
            </a:r>
            <a:endParaRPr/>
          </a:p>
        </p:txBody>
      </p:sp>
      <p:sp>
        <p:nvSpPr>
          <p:cNvPr id="800" name="Google Shape;800;p9"/>
          <p:cNvSpPr txBox="1"/>
          <p:nvPr/>
        </p:nvSpPr>
        <p:spPr>
          <a:xfrm>
            <a:off x="678650" y="1403825"/>
            <a:ext cx="5493600" cy="3086100"/>
          </a:xfrm>
          <a:prstGeom prst="rect">
            <a:avLst/>
          </a:prstGeom>
          <a:noFill/>
          <a:ln>
            <a:noFill/>
          </a:ln>
        </p:spPr>
        <p:txBody>
          <a:bodyPr anchorCtr="0" anchor="t" bIns="34275" lIns="68575" spcFirstLastPara="1" rIns="68575" wrap="square" tIns="34275">
            <a:normAutofit/>
          </a:bodyPr>
          <a:lstStyle/>
          <a:p>
            <a:pPr indent="-257175" lvl="0" marL="257175" marR="0" rtl="0" algn="l">
              <a:lnSpc>
                <a:spcPct val="95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The easiest implementation also keeps track of the number of items in the queue and the index of the first element (at the front of the queue), the last element (at the rear).</a:t>
            </a:r>
            <a:endParaRPr b="0" i="0" sz="1400" u="none" cap="none" strike="noStrike">
              <a:solidFill>
                <a:srgbClr val="000000"/>
              </a:solidFill>
              <a:latin typeface="Arial"/>
              <a:ea typeface="Arial"/>
              <a:cs typeface="Arial"/>
              <a:sym typeface="Arial"/>
            </a:endParaRPr>
          </a:p>
        </p:txBody>
      </p:sp>
      <p:sp>
        <p:nvSpPr>
          <p:cNvPr id="801" name="Google Shape;801;p9"/>
          <p:cNvSpPr/>
          <p:nvPr/>
        </p:nvSpPr>
        <p:spPr>
          <a:xfrm>
            <a:off x="2420542" y="4797029"/>
            <a:ext cx="4535090" cy="589359"/>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cxnSp>
        <p:nvCxnSpPr>
          <p:cNvPr id="802" name="Google Shape;802;p9"/>
          <p:cNvCxnSpPr/>
          <p:nvPr/>
        </p:nvCxnSpPr>
        <p:spPr>
          <a:xfrm>
            <a:off x="3105150" y="4794647"/>
            <a:ext cx="1191" cy="594122"/>
          </a:xfrm>
          <a:prstGeom prst="straightConnector1">
            <a:avLst/>
          </a:prstGeom>
          <a:noFill/>
          <a:ln cap="flat" cmpd="sng" w="12600">
            <a:solidFill>
              <a:srgbClr val="0000FF"/>
            </a:solidFill>
            <a:prstDash val="solid"/>
            <a:round/>
            <a:headEnd len="sm" w="sm" type="none"/>
            <a:tailEnd len="sm" w="sm" type="none"/>
          </a:ln>
        </p:spPr>
      </p:cxnSp>
      <p:cxnSp>
        <p:nvCxnSpPr>
          <p:cNvPr id="803" name="Google Shape;803;p9"/>
          <p:cNvCxnSpPr/>
          <p:nvPr/>
        </p:nvCxnSpPr>
        <p:spPr>
          <a:xfrm>
            <a:off x="3790950" y="4794647"/>
            <a:ext cx="1191" cy="594122"/>
          </a:xfrm>
          <a:prstGeom prst="straightConnector1">
            <a:avLst/>
          </a:prstGeom>
          <a:noFill/>
          <a:ln cap="flat" cmpd="sng" w="12600">
            <a:solidFill>
              <a:srgbClr val="0000FF"/>
            </a:solidFill>
            <a:prstDash val="solid"/>
            <a:round/>
            <a:headEnd len="sm" w="sm" type="none"/>
            <a:tailEnd len="sm" w="sm" type="none"/>
          </a:ln>
        </p:spPr>
      </p:cxnSp>
      <p:cxnSp>
        <p:nvCxnSpPr>
          <p:cNvPr id="804" name="Google Shape;804;p9"/>
          <p:cNvCxnSpPr/>
          <p:nvPr/>
        </p:nvCxnSpPr>
        <p:spPr>
          <a:xfrm>
            <a:off x="4475561" y="4794647"/>
            <a:ext cx="1190" cy="594122"/>
          </a:xfrm>
          <a:prstGeom prst="straightConnector1">
            <a:avLst/>
          </a:prstGeom>
          <a:noFill/>
          <a:ln cap="flat" cmpd="sng" w="12600">
            <a:solidFill>
              <a:srgbClr val="0000FF"/>
            </a:solidFill>
            <a:prstDash val="solid"/>
            <a:round/>
            <a:headEnd len="sm" w="sm" type="none"/>
            <a:tailEnd len="sm" w="sm" type="none"/>
          </a:ln>
        </p:spPr>
      </p:cxnSp>
      <p:cxnSp>
        <p:nvCxnSpPr>
          <p:cNvPr id="805" name="Google Shape;805;p9"/>
          <p:cNvCxnSpPr/>
          <p:nvPr/>
        </p:nvCxnSpPr>
        <p:spPr>
          <a:xfrm>
            <a:off x="5162550" y="4797030"/>
            <a:ext cx="1191" cy="588169"/>
          </a:xfrm>
          <a:prstGeom prst="straightConnector1">
            <a:avLst/>
          </a:prstGeom>
          <a:noFill/>
          <a:ln cap="flat" cmpd="sng" w="12600">
            <a:solidFill>
              <a:srgbClr val="0000FF"/>
            </a:solidFill>
            <a:prstDash val="solid"/>
            <a:round/>
            <a:headEnd len="sm" w="sm" type="none"/>
            <a:tailEnd len="sm" w="sm" type="none"/>
          </a:ln>
        </p:spPr>
      </p:cxnSp>
      <p:cxnSp>
        <p:nvCxnSpPr>
          <p:cNvPr id="806" name="Google Shape;806;p9"/>
          <p:cNvCxnSpPr/>
          <p:nvPr/>
        </p:nvCxnSpPr>
        <p:spPr>
          <a:xfrm>
            <a:off x="5848350" y="4797030"/>
            <a:ext cx="1191" cy="588169"/>
          </a:xfrm>
          <a:prstGeom prst="straightConnector1">
            <a:avLst/>
          </a:prstGeom>
          <a:noFill/>
          <a:ln cap="flat" cmpd="sng" w="12600">
            <a:solidFill>
              <a:srgbClr val="0000FF"/>
            </a:solidFill>
            <a:prstDash val="solid"/>
            <a:round/>
            <a:headEnd len="sm" w="sm" type="none"/>
            <a:tailEnd len="sm" w="sm" type="none"/>
          </a:ln>
        </p:spPr>
      </p:cxnSp>
      <p:cxnSp>
        <p:nvCxnSpPr>
          <p:cNvPr id="807" name="Google Shape;807;p9"/>
          <p:cNvCxnSpPr/>
          <p:nvPr/>
        </p:nvCxnSpPr>
        <p:spPr>
          <a:xfrm>
            <a:off x="6534150" y="4793456"/>
            <a:ext cx="1191" cy="595313"/>
          </a:xfrm>
          <a:prstGeom prst="straightConnector1">
            <a:avLst/>
          </a:prstGeom>
          <a:noFill/>
          <a:ln cap="flat" cmpd="sng" w="12600">
            <a:solidFill>
              <a:srgbClr val="0000FF"/>
            </a:solidFill>
            <a:prstDash val="solid"/>
            <a:round/>
            <a:headEnd len="sm" w="sm" type="none"/>
            <a:tailEnd len="sm" w="sm" type="none"/>
          </a:ln>
        </p:spPr>
      </p:cxnSp>
      <p:sp>
        <p:nvSpPr>
          <p:cNvPr id="808" name="Google Shape;808;p9"/>
          <p:cNvSpPr/>
          <p:nvPr/>
        </p:nvSpPr>
        <p:spPr>
          <a:xfrm>
            <a:off x="2511029"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[ 0 ]</a:t>
            </a:r>
            <a:endParaRPr b="0" i="0" sz="1400" u="none" cap="none" strike="noStrike">
              <a:solidFill>
                <a:srgbClr val="000000"/>
              </a:solidFill>
              <a:latin typeface="Arial"/>
              <a:ea typeface="Arial"/>
              <a:cs typeface="Arial"/>
              <a:sym typeface="Arial"/>
            </a:endParaRPr>
          </a:p>
        </p:txBody>
      </p:sp>
      <p:sp>
        <p:nvSpPr>
          <p:cNvPr id="809" name="Google Shape;809;p9"/>
          <p:cNvSpPr/>
          <p:nvPr/>
        </p:nvSpPr>
        <p:spPr>
          <a:xfrm>
            <a:off x="3230336" y="4457701"/>
            <a:ext cx="394948"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810" name="Google Shape;810;p9"/>
          <p:cNvSpPr/>
          <p:nvPr/>
        </p:nvSpPr>
        <p:spPr>
          <a:xfrm>
            <a:off x="3863237"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[ 2 ]</a:t>
            </a:r>
            <a:endParaRPr b="0" i="0" sz="1400" u="none" cap="none" strike="noStrike">
              <a:solidFill>
                <a:srgbClr val="000000"/>
              </a:solidFill>
              <a:latin typeface="Arial"/>
              <a:ea typeface="Arial"/>
              <a:cs typeface="Arial"/>
              <a:sym typeface="Arial"/>
            </a:endParaRPr>
          </a:p>
        </p:txBody>
      </p:sp>
      <p:sp>
        <p:nvSpPr>
          <p:cNvPr id="811" name="Google Shape;811;p9"/>
          <p:cNvSpPr/>
          <p:nvPr/>
        </p:nvSpPr>
        <p:spPr>
          <a:xfrm>
            <a:off x="4524034"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[ 3 ]</a:t>
            </a:r>
            <a:endParaRPr b="0" i="0" sz="1400" u="none" cap="none" strike="noStrike">
              <a:solidFill>
                <a:srgbClr val="000000"/>
              </a:solidFill>
              <a:latin typeface="Arial"/>
              <a:ea typeface="Arial"/>
              <a:cs typeface="Arial"/>
              <a:sym typeface="Arial"/>
            </a:endParaRPr>
          </a:p>
        </p:txBody>
      </p:sp>
      <p:sp>
        <p:nvSpPr>
          <p:cNvPr id="812" name="Google Shape;812;p9"/>
          <p:cNvSpPr/>
          <p:nvPr/>
        </p:nvSpPr>
        <p:spPr>
          <a:xfrm>
            <a:off x="5209834"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[ 4 ]</a:t>
            </a:r>
            <a:endParaRPr b="0" i="0" sz="1400" u="none" cap="none" strike="noStrike">
              <a:solidFill>
                <a:srgbClr val="000000"/>
              </a:solidFill>
              <a:latin typeface="Arial"/>
              <a:ea typeface="Arial"/>
              <a:cs typeface="Arial"/>
              <a:sym typeface="Arial"/>
            </a:endParaRPr>
          </a:p>
        </p:txBody>
      </p:sp>
      <p:sp>
        <p:nvSpPr>
          <p:cNvPr id="813" name="Google Shape;813;p9"/>
          <p:cNvSpPr/>
          <p:nvPr/>
        </p:nvSpPr>
        <p:spPr>
          <a:xfrm>
            <a:off x="5938496"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[ 5 ]</a:t>
            </a:r>
            <a:endParaRPr b="0" i="0" sz="1400" u="none" cap="none" strike="noStrike">
              <a:solidFill>
                <a:srgbClr val="000000"/>
              </a:solidFill>
              <a:latin typeface="Arial"/>
              <a:ea typeface="Arial"/>
              <a:cs typeface="Arial"/>
              <a:sym typeface="Arial"/>
            </a:endParaRPr>
          </a:p>
        </p:txBody>
      </p:sp>
      <p:sp>
        <p:nvSpPr>
          <p:cNvPr id="814" name="Google Shape;814;p9"/>
          <p:cNvSpPr/>
          <p:nvPr/>
        </p:nvSpPr>
        <p:spPr>
          <a:xfrm>
            <a:off x="6565107" y="4457701"/>
            <a:ext cx="425404"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1" i="0" lang="en-US" sz="1800" u="none" cap="none" strike="noStrike">
                <a:solidFill>
                  <a:srgbClr val="000000"/>
                </a:solidFill>
                <a:latin typeface="Calibri"/>
                <a:ea typeface="Calibri"/>
                <a:cs typeface="Calibri"/>
                <a:sym typeface="Calibri"/>
              </a:rPr>
              <a:t>. . .</a:t>
            </a:r>
            <a:endParaRPr b="0" i="0" sz="1400" u="none" cap="none" strike="noStrike">
              <a:solidFill>
                <a:srgbClr val="000000"/>
              </a:solidFill>
              <a:latin typeface="Arial"/>
              <a:ea typeface="Arial"/>
              <a:cs typeface="Arial"/>
              <a:sym typeface="Arial"/>
            </a:endParaRPr>
          </a:p>
        </p:txBody>
      </p:sp>
      <p:sp>
        <p:nvSpPr>
          <p:cNvPr id="815" name="Google Shape;815;p9"/>
          <p:cNvSpPr/>
          <p:nvPr/>
        </p:nvSpPr>
        <p:spPr>
          <a:xfrm>
            <a:off x="2623402" y="4919663"/>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816" name="Google Shape;816;p9"/>
          <p:cNvSpPr/>
          <p:nvPr/>
        </p:nvSpPr>
        <p:spPr>
          <a:xfrm>
            <a:off x="3309202" y="4919663"/>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817" name="Google Shape;817;p9"/>
          <p:cNvSpPr/>
          <p:nvPr/>
        </p:nvSpPr>
        <p:spPr>
          <a:xfrm>
            <a:off x="4012862" y="4919663"/>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818" name="Google Shape;818;p9"/>
          <p:cNvSpPr/>
          <p:nvPr/>
        </p:nvSpPr>
        <p:spPr>
          <a:xfrm>
            <a:off x="6737747" y="4414839"/>
            <a:ext cx="736997" cy="1294210"/>
          </a:xfrm>
          <a:custGeom>
            <a:rect b="b" l="l" r="r" t="t"/>
            <a:pathLst>
              <a:path extrusionOk="0" h="4795" w="2731">
                <a:moveTo>
                  <a:pt x="1588" y="0"/>
                </a:moveTo>
                <a:lnTo>
                  <a:pt x="0" y="1971"/>
                </a:lnTo>
                <a:lnTo>
                  <a:pt x="445" y="2677"/>
                </a:lnTo>
                <a:lnTo>
                  <a:pt x="189" y="3171"/>
                </a:lnTo>
                <a:lnTo>
                  <a:pt x="886" y="4794"/>
                </a:lnTo>
                <a:lnTo>
                  <a:pt x="2730" y="4230"/>
                </a:lnTo>
                <a:lnTo>
                  <a:pt x="1588"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nvGrpSpPr>
          <p:cNvPr id="819" name="Google Shape;819;p9"/>
          <p:cNvGrpSpPr/>
          <p:nvPr/>
        </p:nvGrpSpPr>
        <p:grpSpPr>
          <a:xfrm>
            <a:off x="6686551" y="2286001"/>
            <a:ext cx="1172766" cy="589360"/>
            <a:chOff x="4656" y="1200"/>
            <a:chExt cx="985" cy="495"/>
          </a:xfrm>
        </p:grpSpPr>
        <p:sp>
          <p:nvSpPr>
            <p:cNvPr id="820" name="Google Shape;820;p9"/>
            <p:cNvSpPr/>
            <p:nvPr/>
          </p:nvSpPr>
          <p:spPr>
            <a:xfrm>
              <a:off x="5237" y="1266"/>
              <a:ext cx="404" cy="273"/>
            </a:xfrm>
            <a:prstGeom prst="roundRect">
              <a:avLst>
                <a:gd fmla="val 190"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size</a:t>
              </a:r>
              <a:endParaRPr b="0" i="0" sz="1400" u="none" cap="none" strike="noStrike">
                <a:solidFill>
                  <a:srgbClr val="000000"/>
                </a:solidFill>
                <a:latin typeface="Arial"/>
                <a:ea typeface="Arial"/>
                <a:cs typeface="Arial"/>
                <a:sym typeface="Arial"/>
              </a:endParaRPr>
            </a:p>
          </p:txBody>
        </p:sp>
        <p:sp>
          <p:nvSpPr>
            <p:cNvPr id="821" name="Google Shape;821;p9"/>
            <p:cNvSpPr/>
            <p:nvPr/>
          </p:nvSpPr>
          <p:spPr>
            <a:xfrm>
              <a:off x="4656" y="1200"/>
              <a:ext cx="573" cy="495"/>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822" name="Google Shape;822;p9"/>
          <p:cNvSpPr/>
          <p:nvPr/>
        </p:nvSpPr>
        <p:spPr>
          <a:xfrm>
            <a:off x="6908462" y="2408635"/>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grpSp>
        <p:nvGrpSpPr>
          <p:cNvPr id="823" name="Google Shape;823;p9"/>
          <p:cNvGrpSpPr/>
          <p:nvPr/>
        </p:nvGrpSpPr>
        <p:grpSpPr>
          <a:xfrm>
            <a:off x="6686555" y="2971801"/>
            <a:ext cx="1191817" cy="589360"/>
            <a:chOff x="4656" y="1200"/>
            <a:chExt cx="1001" cy="495"/>
          </a:xfrm>
        </p:grpSpPr>
        <p:sp>
          <p:nvSpPr>
            <p:cNvPr id="824" name="Google Shape;824;p9"/>
            <p:cNvSpPr/>
            <p:nvPr/>
          </p:nvSpPr>
          <p:spPr>
            <a:xfrm>
              <a:off x="5237" y="1266"/>
              <a:ext cx="420" cy="273"/>
            </a:xfrm>
            <a:prstGeom prst="roundRect">
              <a:avLst>
                <a:gd fmla="val 190"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first</a:t>
              </a:r>
              <a:endParaRPr b="0" i="0" sz="1400" u="none" cap="none" strike="noStrike">
                <a:solidFill>
                  <a:srgbClr val="000000"/>
                </a:solidFill>
                <a:latin typeface="Arial"/>
                <a:ea typeface="Arial"/>
                <a:cs typeface="Arial"/>
                <a:sym typeface="Arial"/>
              </a:endParaRPr>
            </a:p>
          </p:txBody>
        </p:sp>
        <p:sp>
          <p:nvSpPr>
            <p:cNvPr id="825" name="Google Shape;825;p9"/>
            <p:cNvSpPr/>
            <p:nvPr/>
          </p:nvSpPr>
          <p:spPr>
            <a:xfrm>
              <a:off x="4656" y="1200"/>
              <a:ext cx="573" cy="495"/>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826" name="Google Shape;826;p9"/>
          <p:cNvSpPr/>
          <p:nvPr/>
        </p:nvSpPr>
        <p:spPr>
          <a:xfrm>
            <a:off x="6908462" y="3094435"/>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0</a:t>
            </a:r>
            <a:endParaRPr b="0" i="0" sz="1400" u="none" cap="none" strike="noStrike">
              <a:solidFill>
                <a:srgbClr val="000000"/>
              </a:solidFill>
              <a:latin typeface="Arial"/>
              <a:ea typeface="Arial"/>
              <a:cs typeface="Arial"/>
              <a:sym typeface="Arial"/>
            </a:endParaRPr>
          </a:p>
        </p:txBody>
      </p:sp>
      <p:grpSp>
        <p:nvGrpSpPr>
          <p:cNvPr id="827" name="Google Shape;827;p9"/>
          <p:cNvGrpSpPr/>
          <p:nvPr/>
        </p:nvGrpSpPr>
        <p:grpSpPr>
          <a:xfrm>
            <a:off x="6686549" y="3657601"/>
            <a:ext cx="1156097" cy="589360"/>
            <a:chOff x="4656" y="1200"/>
            <a:chExt cx="971" cy="495"/>
          </a:xfrm>
        </p:grpSpPr>
        <p:sp>
          <p:nvSpPr>
            <p:cNvPr id="828" name="Google Shape;828;p9"/>
            <p:cNvSpPr/>
            <p:nvPr/>
          </p:nvSpPr>
          <p:spPr>
            <a:xfrm>
              <a:off x="5237" y="1266"/>
              <a:ext cx="390" cy="273"/>
            </a:xfrm>
            <a:prstGeom prst="roundRect">
              <a:avLst>
                <a:gd fmla="val 190"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last</a:t>
              </a:r>
              <a:endParaRPr b="0" i="0" sz="1400" u="none" cap="none" strike="noStrike">
                <a:solidFill>
                  <a:srgbClr val="000000"/>
                </a:solidFill>
                <a:latin typeface="Arial"/>
                <a:ea typeface="Arial"/>
                <a:cs typeface="Arial"/>
                <a:sym typeface="Arial"/>
              </a:endParaRPr>
            </a:p>
          </p:txBody>
        </p:sp>
        <p:sp>
          <p:nvSpPr>
            <p:cNvPr id="829" name="Google Shape;829;p9"/>
            <p:cNvSpPr/>
            <p:nvPr/>
          </p:nvSpPr>
          <p:spPr>
            <a:xfrm>
              <a:off x="4656" y="1200"/>
              <a:ext cx="573" cy="495"/>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830" name="Google Shape;830;p9"/>
          <p:cNvSpPr/>
          <p:nvPr/>
        </p:nvSpPr>
        <p:spPr>
          <a:xfrm>
            <a:off x="6908462" y="3780235"/>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0"/>
          <p:cNvSpPr txBox="1"/>
          <p:nvPr>
            <p:ph type="title"/>
          </p:nvPr>
        </p:nvSpPr>
        <p:spPr>
          <a:xfrm>
            <a:off x="1565075" y="292900"/>
            <a:ext cx="5829300" cy="857400"/>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dk1"/>
              </a:buClr>
              <a:buSzPts val="3300"/>
              <a:buFont typeface="Calibri"/>
              <a:buNone/>
            </a:pPr>
            <a:r>
              <a:rPr lang="en-US"/>
              <a:t>Array Implementation</a:t>
            </a:r>
            <a:endParaRPr/>
          </a:p>
        </p:txBody>
      </p:sp>
      <p:sp>
        <p:nvSpPr>
          <p:cNvPr id="836" name="Google Shape;836;p10"/>
          <p:cNvSpPr txBox="1"/>
          <p:nvPr/>
        </p:nvSpPr>
        <p:spPr>
          <a:xfrm>
            <a:off x="1628700" y="1268025"/>
            <a:ext cx="6961800" cy="2759700"/>
          </a:xfrm>
          <a:prstGeom prst="rect">
            <a:avLst/>
          </a:prstGeom>
          <a:noFill/>
          <a:ln>
            <a:noFill/>
          </a:ln>
        </p:spPr>
        <p:txBody>
          <a:bodyPr anchorCtr="0" anchor="t" bIns="34275" lIns="68575" spcFirstLastPara="1" rIns="68575" wrap="square" tIns="34275">
            <a:normAutofit/>
          </a:bodyPr>
          <a:lstStyle/>
          <a:p>
            <a:pPr indent="-257175" lvl="0" marL="257175" marR="0" rtl="0" algn="l">
              <a:lnSpc>
                <a:spcPct val="95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A queue can be implemented with an array, as shown here.  For example, this queue contains the integers 4 (at the front), 8 and 6 (at the rear).</a:t>
            </a:r>
            <a:endParaRPr b="0" i="0" sz="1400" u="none" cap="none" strike="noStrike">
              <a:solidFill>
                <a:srgbClr val="000000"/>
              </a:solidFill>
              <a:latin typeface="Arial"/>
              <a:ea typeface="Arial"/>
              <a:cs typeface="Arial"/>
              <a:sym typeface="Arial"/>
            </a:endParaRPr>
          </a:p>
        </p:txBody>
      </p:sp>
      <p:sp>
        <p:nvSpPr>
          <p:cNvPr id="837" name="Google Shape;837;p10"/>
          <p:cNvSpPr/>
          <p:nvPr/>
        </p:nvSpPr>
        <p:spPr>
          <a:xfrm>
            <a:off x="2424113" y="4360070"/>
            <a:ext cx="4535091" cy="589360"/>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cxnSp>
        <p:nvCxnSpPr>
          <p:cNvPr id="838" name="Google Shape;838;p10"/>
          <p:cNvCxnSpPr/>
          <p:nvPr/>
        </p:nvCxnSpPr>
        <p:spPr>
          <a:xfrm>
            <a:off x="3108724" y="4357689"/>
            <a:ext cx="1190" cy="594122"/>
          </a:xfrm>
          <a:prstGeom prst="straightConnector1">
            <a:avLst/>
          </a:prstGeom>
          <a:noFill/>
          <a:ln cap="flat" cmpd="sng" w="12600">
            <a:solidFill>
              <a:srgbClr val="0000FF"/>
            </a:solidFill>
            <a:prstDash val="solid"/>
            <a:round/>
            <a:headEnd len="sm" w="sm" type="none"/>
            <a:tailEnd len="sm" w="sm" type="none"/>
          </a:ln>
        </p:spPr>
      </p:cxnSp>
      <p:cxnSp>
        <p:nvCxnSpPr>
          <p:cNvPr id="839" name="Google Shape;839;p10"/>
          <p:cNvCxnSpPr/>
          <p:nvPr/>
        </p:nvCxnSpPr>
        <p:spPr>
          <a:xfrm>
            <a:off x="3794524" y="4357689"/>
            <a:ext cx="1190" cy="594122"/>
          </a:xfrm>
          <a:prstGeom prst="straightConnector1">
            <a:avLst/>
          </a:prstGeom>
          <a:noFill/>
          <a:ln cap="flat" cmpd="sng" w="12600">
            <a:solidFill>
              <a:srgbClr val="0000FF"/>
            </a:solidFill>
            <a:prstDash val="solid"/>
            <a:round/>
            <a:headEnd len="sm" w="sm" type="none"/>
            <a:tailEnd len="sm" w="sm" type="none"/>
          </a:ln>
        </p:spPr>
      </p:cxnSp>
      <p:cxnSp>
        <p:nvCxnSpPr>
          <p:cNvPr id="840" name="Google Shape;840;p10"/>
          <p:cNvCxnSpPr/>
          <p:nvPr/>
        </p:nvCxnSpPr>
        <p:spPr>
          <a:xfrm>
            <a:off x="4479131" y="4357689"/>
            <a:ext cx="1191" cy="594122"/>
          </a:xfrm>
          <a:prstGeom prst="straightConnector1">
            <a:avLst/>
          </a:prstGeom>
          <a:noFill/>
          <a:ln cap="flat" cmpd="sng" w="12600">
            <a:solidFill>
              <a:srgbClr val="0000FF"/>
            </a:solidFill>
            <a:prstDash val="solid"/>
            <a:round/>
            <a:headEnd len="sm" w="sm" type="none"/>
            <a:tailEnd len="sm" w="sm" type="none"/>
          </a:ln>
        </p:spPr>
      </p:cxnSp>
      <p:cxnSp>
        <p:nvCxnSpPr>
          <p:cNvPr id="841" name="Google Shape;841;p10"/>
          <p:cNvCxnSpPr/>
          <p:nvPr/>
        </p:nvCxnSpPr>
        <p:spPr>
          <a:xfrm>
            <a:off x="5166124" y="4360070"/>
            <a:ext cx="1190" cy="588169"/>
          </a:xfrm>
          <a:prstGeom prst="straightConnector1">
            <a:avLst/>
          </a:prstGeom>
          <a:noFill/>
          <a:ln cap="flat" cmpd="sng" w="12600">
            <a:solidFill>
              <a:srgbClr val="0000FF"/>
            </a:solidFill>
            <a:prstDash val="solid"/>
            <a:round/>
            <a:headEnd len="sm" w="sm" type="none"/>
            <a:tailEnd len="sm" w="sm" type="none"/>
          </a:ln>
        </p:spPr>
      </p:cxnSp>
      <p:cxnSp>
        <p:nvCxnSpPr>
          <p:cNvPr id="842" name="Google Shape;842;p10"/>
          <p:cNvCxnSpPr/>
          <p:nvPr/>
        </p:nvCxnSpPr>
        <p:spPr>
          <a:xfrm>
            <a:off x="5851924" y="4360070"/>
            <a:ext cx="1190" cy="588169"/>
          </a:xfrm>
          <a:prstGeom prst="straightConnector1">
            <a:avLst/>
          </a:prstGeom>
          <a:noFill/>
          <a:ln cap="flat" cmpd="sng" w="12600">
            <a:solidFill>
              <a:srgbClr val="0000FF"/>
            </a:solidFill>
            <a:prstDash val="solid"/>
            <a:round/>
            <a:headEnd len="sm" w="sm" type="none"/>
            <a:tailEnd len="sm" w="sm" type="none"/>
          </a:ln>
        </p:spPr>
      </p:cxnSp>
      <p:cxnSp>
        <p:nvCxnSpPr>
          <p:cNvPr id="843" name="Google Shape;843;p10"/>
          <p:cNvCxnSpPr/>
          <p:nvPr/>
        </p:nvCxnSpPr>
        <p:spPr>
          <a:xfrm>
            <a:off x="6537724" y="4356497"/>
            <a:ext cx="1190" cy="595313"/>
          </a:xfrm>
          <a:prstGeom prst="straightConnector1">
            <a:avLst/>
          </a:prstGeom>
          <a:noFill/>
          <a:ln cap="flat" cmpd="sng" w="12600">
            <a:solidFill>
              <a:srgbClr val="0000FF"/>
            </a:solidFill>
            <a:prstDash val="solid"/>
            <a:round/>
            <a:headEnd len="sm" w="sm" type="none"/>
            <a:tailEnd len="sm" w="sm" type="none"/>
          </a:ln>
        </p:spPr>
      </p:cxnSp>
      <p:sp>
        <p:nvSpPr>
          <p:cNvPr id="844" name="Google Shape;844;p10"/>
          <p:cNvSpPr/>
          <p:nvPr/>
        </p:nvSpPr>
        <p:spPr>
          <a:xfrm>
            <a:off x="2514601" y="4020742"/>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[ 0 ]</a:t>
            </a:r>
            <a:endParaRPr b="0" i="0" sz="1400" u="none" cap="none" strike="noStrike">
              <a:solidFill>
                <a:srgbClr val="000000"/>
              </a:solidFill>
              <a:latin typeface="Arial"/>
              <a:ea typeface="Arial"/>
              <a:cs typeface="Arial"/>
              <a:sym typeface="Arial"/>
            </a:endParaRPr>
          </a:p>
        </p:txBody>
      </p:sp>
      <p:sp>
        <p:nvSpPr>
          <p:cNvPr id="845" name="Google Shape;845;p10"/>
          <p:cNvSpPr/>
          <p:nvPr/>
        </p:nvSpPr>
        <p:spPr>
          <a:xfrm>
            <a:off x="3233908" y="4020742"/>
            <a:ext cx="394948"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846" name="Google Shape;846;p10"/>
          <p:cNvSpPr/>
          <p:nvPr/>
        </p:nvSpPr>
        <p:spPr>
          <a:xfrm>
            <a:off x="3866809" y="4020742"/>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[ 2 ]</a:t>
            </a:r>
            <a:endParaRPr b="0" i="0" sz="1400" u="none" cap="none" strike="noStrike">
              <a:solidFill>
                <a:srgbClr val="000000"/>
              </a:solidFill>
              <a:latin typeface="Arial"/>
              <a:ea typeface="Arial"/>
              <a:cs typeface="Arial"/>
              <a:sym typeface="Arial"/>
            </a:endParaRPr>
          </a:p>
        </p:txBody>
      </p:sp>
      <p:sp>
        <p:nvSpPr>
          <p:cNvPr id="847" name="Google Shape;847;p10"/>
          <p:cNvSpPr/>
          <p:nvPr/>
        </p:nvSpPr>
        <p:spPr>
          <a:xfrm>
            <a:off x="4527606" y="4020742"/>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[ 3 ]</a:t>
            </a:r>
            <a:endParaRPr b="0" i="0" sz="1400" u="none" cap="none" strike="noStrike">
              <a:solidFill>
                <a:srgbClr val="000000"/>
              </a:solidFill>
              <a:latin typeface="Arial"/>
              <a:ea typeface="Arial"/>
              <a:cs typeface="Arial"/>
              <a:sym typeface="Arial"/>
            </a:endParaRPr>
          </a:p>
        </p:txBody>
      </p:sp>
      <p:sp>
        <p:nvSpPr>
          <p:cNvPr id="848" name="Google Shape;848;p10"/>
          <p:cNvSpPr/>
          <p:nvPr/>
        </p:nvSpPr>
        <p:spPr>
          <a:xfrm>
            <a:off x="5213406" y="4020742"/>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[ 4 ]</a:t>
            </a:r>
            <a:endParaRPr b="0" i="0" sz="1400" u="none" cap="none" strike="noStrike">
              <a:solidFill>
                <a:srgbClr val="000000"/>
              </a:solidFill>
              <a:latin typeface="Arial"/>
              <a:ea typeface="Arial"/>
              <a:cs typeface="Arial"/>
              <a:sym typeface="Arial"/>
            </a:endParaRPr>
          </a:p>
        </p:txBody>
      </p:sp>
      <p:sp>
        <p:nvSpPr>
          <p:cNvPr id="849" name="Google Shape;849;p10"/>
          <p:cNvSpPr/>
          <p:nvPr/>
        </p:nvSpPr>
        <p:spPr>
          <a:xfrm>
            <a:off x="5942069" y="4020742"/>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[ 5 ]</a:t>
            </a:r>
            <a:endParaRPr b="0" i="0" sz="1400" u="none" cap="none" strike="noStrike">
              <a:solidFill>
                <a:srgbClr val="000000"/>
              </a:solidFill>
              <a:latin typeface="Arial"/>
              <a:ea typeface="Arial"/>
              <a:cs typeface="Arial"/>
              <a:sym typeface="Arial"/>
            </a:endParaRPr>
          </a:p>
        </p:txBody>
      </p:sp>
      <p:sp>
        <p:nvSpPr>
          <p:cNvPr id="850" name="Google Shape;850;p10"/>
          <p:cNvSpPr/>
          <p:nvPr/>
        </p:nvSpPr>
        <p:spPr>
          <a:xfrm>
            <a:off x="6568679" y="4020742"/>
            <a:ext cx="425404"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1" i="0" lang="en-US" sz="1800" u="none" cap="none" strike="noStrike">
                <a:solidFill>
                  <a:srgbClr val="000000"/>
                </a:solidFill>
                <a:latin typeface="Calibri"/>
                <a:ea typeface="Calibri"/>
                <a:cs typeface="Calibri"/>
                <a:sym typeface="Calibri"/>
              </a:rPr>
              <a:t>. . .</a:t>
            </a:r>
            <a:endParaRPr b="0" i="0" sz="1400" u="none" cap="none" strike="noStrike">
              <a:solidFill>
                <a:srgbClr val="000000"/>
              </a:solidFill>
              <a:latin typeface="Arial"/>
              <a:ea typeface="Arial"/>
              <a:cs typeface="Arial"/>
              <a:sym typeface="Arial"/>
            </a:endParaRPr>
          </a:p>
        </p:txBody>
      </p:sp>
      <p:sp>
        <p:nvSpPr>
          <p:cNvPr id="851" name="Google Shape;851;p10"/>
          <p:cNvSpPr/>
          <p:nvPr/>
        </p:nvSpPr>
        <p:spPr>
          <a:xfrm>
            <a:off x="1965723" y="5031582"/>
            <a:ext cx="2034778" cy="83997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An array of integers to implement a queue of integers</a:t>
            </a:r>
            <a:endParaRPr b="0" i="0" sz="1400" u="none" cap="none" strike="noStrike">
              <a:solidFill>
                <a:srgbClr val="000000"/>
              </a:solidFill>
              <a:latin typeface="Arial"/>
              <a:ea typeface="Arial"/>
              <a:cs typeface="Arial"/>
              <a:sym typeface="Arial"/>
            </a:endParaRPr>
          </a:p>
        </p:txBody>
      </p:sp>
      <p:sp>
        <p:nvSpPr>
          <p:cNvPr id="852" name="Google Shape;852;p10"/>
          <p:cNvSpPr/>
          <p:nvPr/>
        </p:nvSpPr>
        <p:spPr>
          <a:xfrm>
            <a:off x="2627569" y="4482705"/>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853" name="Google Shape;853;p10"/>
          <p:cNvSpPr/>
          <p:nvPr/>
        </p:nvSpPr>
        <p:spPr>
          <a:xfrm>
            <a:off x="3313369" y="4482705"/>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854" name="Google Shape;854;p10"/>
          <p:cNvSpPr/>
          <p:nvPr/>
        </p:nvSpPr>
        <p:spPr>
          <a:xfrm>
            <a:off x="4016434" y="4482704"/>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855" name="Google Shape;855;p10"/>
          <p:cNvSpPr/>
          <p:nvPr/>
        </p:nvSpPr>
        <p:spPr>
          <a:xfrm>
            <a:off x="4512470" y="5014914"/>
            <a:ext cx="2717006" cy="316706"/>
          </a:xfrm>
          <a:custGeom>
            <a:rect b="b" l="l" r="r" t="t"/>
            <a:pathLst>
              <a:path extrusionOk="0" h="1174" w="10064">
                <a:moveTo>
                  <a:pt x="5027" y="1173"/>
                </a:moveTo>
                <a:lnTo>
                  <a:pt x="5181" y="666"/>
                </a:lnTo>
                <a:lnTo>
                  <a:pt x="9199" y="666"/>
                </a:lnTo>
                <a:lnTo>
                  <a:pt x="9287" y="666"/>
                </a:lnTo>
                <a:lnTo>
                  <a:pt x="9371" y="652"/>
                </a:lnTo>
                <a:lnTo>
                  <a:pt x="9463" y="635"/>
                </a:lnTo>
                <a:lnTo>
                  <a:pt x="9547" y="608"/>
                </a:lnTo>
                <a:lnTo>
                  <a:pt x="9635" y="586"/>
                </a:lnTo>
                <a:lnTo>
                  <a:pt x="9701" y="542"/>
                </a:lnTo>
                <a:lnTo>
                  <a:pt x="9781" y="498"/>
                </a:lnTo>
                <a:lnTo>
                  <a:pt x="9847" y="450"/>
                </a:lnTo>
                <a:lnTo>
                  <a:pt x="9891" y="397"/>
                </a:lnTo>
                <a:lnTo>
                  <a:pt x="9940" y="335"/>
                </a:lnTo>
                <a:lnTo>
                  <a:pt x="9984" y="273"/>
                </a:lnTo>
                <a:lnTo>
                  <a:pt x="10015" y="207"/>
                </a:lnTo>
                <a:lnTo>
                  <a:pt x="10045" y="136"/>
                </a:lnTo>
                <a:lnTo>
                  <a:pt x="10063" y="75"/>
                </a:lnTo>
                <a:lnTo>
                  <a:pt x="10063" y="0"/>
                </a:lnTo>
                <a:lnTo>
                  <a:pt x="10045" y="52"/>
                </a:lnTo>
                <a:lnTo>
                  <a:pt x="10015" y="119"/>
                </a:lnTo>
                <a:lnTo>
                  <a:pt x="9984" y="185"/>
                </a:lnTo>
                <a:lnTo>
                  <a:pt x="9940" y="247"/>
                </a:lnTo>
                <a:lnTo>
                  <a:pt x="9882" y="304"/>
                </a:lnTo>
                <a:lnTo>
                  <a:pt x="9829" y="357"/>
                </a:lnTo>
                <a:lnTo>
                  <a:pt x="9763" y="410"/>
                </a:lnTo>
                <a:lnTo>
                  <a:pt x="9697" y="436"/>
                </a:lnTo>
                <a:lnTo>
                  <a:pt x="9618" y="476"/>
                </a:lnTo>
                <a:lnTo>
                  <a:pt x="9529" y="502"/>
                </a:lnTo>
                <a:lnTo>
                  <a:pt x="9446" y="525"/>
                </a:lnTo>
                <a:lnTo>
                  <a:pt x="9362" y="538"/>
                </a:lnTo>
                <a:lnTo>
                  <a:pt x="9269" y="542"/>
                </a:lnTo>
                <a:lnTo>
                  <a:pt x="9194" y="542"/>
                </a:lnTo>
                <a:lnTo>
                  <a:pt x="5181" y="370"/>
                </a:lnTo>
                <a:lnTo>
                  <a:pt x="5027" y="666"/>
                </a:lnTo>
                <a:lnTo>
                  <a:pt x="4881" y="370"/>
                </a:lnTo>
                <a:lnTo>
                  <a:pt x="868" y="542"/>
                </a:lnTo>
                <a:lnTo>
                  <a:pt x="776" y="542"/>
                </a:lnTo>
                <a:lnTo>
                  <a:pt x="701" y="538"/>
                </a:lnTo>
                <a:lnTo>
                  <a:pt x="604" y="525"/>
                </a:lnTo>
                <a:lnTo>
                  <a:pt x="529" y="502"/>
                </a:lnTo>
                <a:lnTo>
                  <a:pt x="445" y="476"/>
                </a:lnTo>
                <a:lnTo>
                  <a:pt x="366" y="436"/>
                </a:lnTo>
                <a:lnTo>
                  <a:pt x="299" y="410"/>
                </a:lnTo>
                <a:lnTo>
                  <a:pt x="233" y="357"/>
                </a:lnTo>
                <a:lnTo>
                  <a:pt x="171" y="304"/>
                </a:lnTo>
                <a:lnTo>
                  <a:pt x="119" y="247"/>
                </a:lnTo>
                <a:lnTo>
                  <a:pt x="79" y="185"/>
                </a:lnTo>
                <a:lnTo>
                  <a:pt x="44" y="119"/>
                </a:lnTo>
                <a:lnTo>
                  <a:pt x="17" y="52"/>
                </a:lnTo>
                <a:lnTo>
                  <a:pt x="0" y="0"/>
                </a:lnTo>
                <a:lnTo>
                  <a:pt x="8" y="75"/>
                </a:lnTo>
                <a:lnTo>
                  <a:pt x="17" y="136"/>
                </a:lnTo>
                <a:lnTo>
                  <a:pt x="44" y="207"/>
                </a:lnTo>
                <a:lnTo>
                  <a:pt x="79" y="273"/>
                </a:lnTo>
                <a:lnTo>
                  <a:pt x="110" y="335"/>
                </a:lnTo>
                <a:lnTo>
                  <a:pt x="158" y="397"/>
                </a:lnTo>
                <a:lnTo>
                  <a:pt x="220" y="450"/>
                </a:lnTo>
                <a:lnTo>
                  <a:pt x="291" y="498"/>
                </a:lnTo>
                <a:lnTo>
                  <a:pt x="352" y="542"/>
                </a:lnTo>
                <a:lnTo>
                  <a:pt x="427" y="586"/>
                </a:lnTo>
                <a:lnTo>
                  <a:pt x="511" y="608"/>
                </a:lnTo>
                <a:lnTo>
                  <a:pt x="595" y="635"/>
                </a:lnTo>
                <a:lnTo>
                  <a:pt x="683" y="652"/>
                </a:lnTo>
                <a:lnTo>
                  <a:pt x="776" y="666"/>
                </a:lnTo>
                <a:lnTo>
                  <a:pt x="859" y="666"/>
                </a:lnTo>
                <a:lnTo>
                  <a:pt x="4881" y="666"/>
                </a:lnTo>
                <a:lnTo>
                  <a:pt x="5027" y="1173"/>
                </a:lnTo>
              </a:path>
            </a:pathLst>
          </a:custGeom>
          <a:solidFill>
            <a:srgbClr val="000000"/>
          </a:solidFill>
          <a:ln cap="flat" cmpd="sng" w="126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56" name="Google Shape;856;p10"/>
          <p:cNvSpPr/>
          <p:nvPr/>
        </p:nvSpPr>
        <p:spPr>
          <a:xfrm>
            <a:off x="6741320" y="3977879"/>
            <a:ext cx="736997" cy="1294209"/>
          </a:xfrm>
          <a:custGeom>
            <a:rect b="b" l="l" r="r" t="t"/>
            <a:pathLst>
              <a:path extrusionOk="0" h="4795" w="2731">
                <a:moveTo>
                  <a:pt x="1588" y="0"/>
                </a:moveTo>
                <a:lnTo>
                  <a:pt x="0" y="1971"/>
                </a:lnTo>
                <a:lnTo>
                  <a:pt x="445" y="2677"/>
                </a:lnTo>
                <a:lnTo>
                  <a:pt x="189" y="3171"/>
                </a:lnTo>
                <a:lnTo>
                  <a:pt x="886" y="4794"/>
                </a:lnTo>
                <a:lnTo>
                  <a:pt x="2730" y="4230"/>
                </a:lnTo>
                <a:lnTo>
                  <a:pt x="1588"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857" name="Google Shape;857;p10"/>
          <p:cNvSpPr/>
          <p:nvPr/>
        </p:nvSpPr>
        <p:spPr>
          <a:xfrm>
            <a:off x="4687718" y="5280423"/>
            <a:ext cx="2341506" cy="601702"/>
          </a:xfrm>
          <a:prstGeom prst="roundRect">
            <a:avLst>
              <a:gd fmla="val 190"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We don't care what's 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this part of the array.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1"/>
          <p:cNvSpPr txBox="1"/>
          <p:nvPr>
            <p:ph type="title"/>
          </p:nvPr>
        </p:nvSpPr>
        <p:spPr>
          <a:xfrm>
            <a:off x="1200150" y="364350"/>
            <a:ext cx="5829300" cy="857400"/>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dk1"/>
              </a:buClr>
              <a:buSzPts val="3300"/>
              <a:buFont typeface="Calibri"/>
              <a:buNone/>
            </a:pPr>
            <a:r>
              <a:rPr lang="en-US"/>
              <a:t>An Enqueue Operation</a:t>
            </a:r>
            <a:endParaRPr/>
          </a:p>
        </p:txBody>
      </p:sp>
      <p:sp>
        <p:nvSpPr>
          <p:cNvPr id="863" name="Google Shape;863;p11"/>
          <p:cNvSpPr txBox="1"/>
          <p:nvPr/>
        </p:nvSpPr>
        <p:spPr>
          <a:xfrm>
            <a:off x="1657350" y="2343150"/>
            <a:ext cx="4514850" cy="3086100"/>
          </a:xfrm>
          <a:prstGeom prst="rect">
            <a:avLst/>
          </a:prstGeom>
          <a:noFill/>
          <a:ln>
            <a:noFill/>
          </a:ln>
        </p:spPr>
        <p:txBody>
          <a:bodyPr anchorCtr="0" anchor="t" bIns="34275" lIns="68575" spcFirstLastPara="1" rIns="68575" wrap="square" tIns="34275">
            <a:normAutofit/>
          </a:bodyPr>
          <a:lstStyle/>
          <a:p>
            <a:pPr indent="-257175" lvl="0" marL="257175" marR="0" rtl="0" algn="l">
              <a:lnSpc>
                <a:spcPct val="95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When an element enters the queue, size is incremented, and last changes, too.</a:t>
            </a:r>
            <a:endParaRPr b="0" i="0" sz="1400" u="none" cap="none" strike="noStrike">
              <a:solidFill>
                <a:srgbClr val="000000"/>
              </a:solidFill>
              <a:latin typeface="Arial"/>
              <a:ea typeface="Arial"/>
              <a:cs typeface="Arial"/>
              <a:sym typeface="Arial"/>
            </a:endParaRPr>
          </a:p>
        </p:txBody>
      </p:sp>
      <p:sp>
        <p:nvSpPr>
          <p:cNvPr id="864" name="Google Shape;864;p11"/>
          <p:cNvSpPr/>
          <p:nvPr/>
        </p:nvSpPr>
        <p:spPr>
          <a:xfrm>
            <a:off x="2420542" y="4797029"/>
            <a:ext cx="4535090" cy="589359"/>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cxnSp>
        <p:nvCxnSpPr>
          <p:cNvPr id="865" name="Google Shape;865;p11"/>
          <p:cNvCxnSpPr/>
          <p:nvPr/>
        </p:nvCxnSpPr>
        <p:spPr>
          <a:xfrm>
            <a:off x="3105150" y="4794647"/>
            <a:ext cx="1191" cy="594122"/>
          </a:xfrm>
          <a:prstGeom prst="straightConnector1">
            <a:avLst/>
          </a:prstGeom>
          <a:noFill/>
          <a:ln cap="flat" cmpd="sng" w="12600">
            <a:solidFill>
              <a:srgbClr val="0000FF"/>
            </a:solidFill>
            <a:prstDash val="solid"/>
            <a:round/>
            <a:headEnd len="sm" w="sm" type="none"/>
            <a:tailEnd len="sm" w="sm" type="none"/>
          </a:ln>
        </p:spPr>
      </p:cxnSp>
      <p:cxnSp>
        <p:nvCxnSpPr>
          <p:cNvPr id="866" name="Google Shape;866;p11"/>
          <p:cNvCxnSpPr/>
          <p:nvPr/>
        </p:nvCxnSpPr>
        <p:spPr>
          <a:xfrm>
            <a:off x="3790950" y="4794647"/>
            <a:ext cx="1191" cy="594122"/>
          </a:xfrm>
          <a:prstGeom prst="straightConnector1">
            <a:avLst/>
          </a:prstGeom>
          <a:noFill/>
          <a:ln cap="flat" cmpd="sng" w="12600">
            <a:solidFill>
              <a:srgbClr val="0000FF"/>
            </a:solidFill>
            <a:prstDash val="solid"/>
            <a:round/>
            <a:headEnd len="sm" w="sm" type="none"/>
            <a:tailEnd len="sm" w="sm" type="none"/>
          </a:ln>
        </p:spPr>
      </p:cxnSp>
      <p:cxnSp>
        <p:nvCxnSpPr>
          <p:cNvPr id="867" name="Google Shape;867;p11"/>
          <p:cNvCxnSpPr/>
          <p:nvPr/>
        </p:nvCxnSpPr>
        <p:spPr>
          <a:xfrm>
            <a:off x="4475561" y="4794647"/>
            <a:ext cx="1190" cy="594122"/>
          </a:xfrm>
          <a:prstGeom prst="straightConnector1">
            <a:avLst/>
          </a:prstGeom>
          <a:noFill/>
          <a:ln cap="flat" cmpd="sng" w="12600">
            <a:solidFill>
              <a:srgbClr val="0000FF"/>
            </a:solidFill>
            <a:prstDash val="solid"/>
            <a:round/>
            <a:headEnd len="sm" w="sm" type="none"/>
            <a:tailEnd len="sm" w="sm" type="none"/>
          </a:ln>
        </p:spPr>
      </p:cxnSp>
      <p:cxnSp>
        <p:nvCxnSpPr>
          <p:cNvPr id="868" name="Google Shape;868;p11"/>
          <p:cNvCxnSpPr/>
          <p:nvPr/>
        </p:nvCxnSpPr>
        <p:spPr>
          <a:xfrm>
            <a:off x="5162550" y="4797030"/>
            <a:ext cx="1191" cy="588169"/>
          </a:xfrm>
          <a:prstGeom prst="straightConnector1">
            <a:avLst/>
          </a:prstGeom>
          <a:noFill/>
          <a:ln cap="flat" cmpd="sng" w="12600">
            <a:solidFill>
              <a:srgbClr val="0000FF"/>
            </a:solidFill>
            <a:prstDash val="solid"/>
            <a:round/>
            <a:headEnd len="sm" w="sm" type="none"/>
            <a:tailEnd len="sm" w="sm" type="none"/>
          </a:ln>
        </p:spPr>
      </p:cxnSp>
      <p:cxnSp>
        <p:nvCxnSpPr>
          <p:cNvPr id="869" name="Google Shape;869;p11"/>
          <p:cNvCxnSpPr/>
          <p:nvPr/>
        </p:nvCxnSpPr>
        <p:spPr>
          <a:xfrm>
            <a:off x="5848350" y="4797030"/>
            <a:ext cx="1191" cy="588169"/>
          </a:xfrm>
          <a:prstGeom prst="straightConnector1">
            <a:avLst/>
          </a:prstGeom>
          <a:noFill/>
          <a:ln cap="flat" cmpd="sng" w="12600">
            <a:solidFill>
              <a:srgbClr val="0000FF"/>
            </a:solidFill>
            <a:prstDash val="solid"/>
            <a:round/>
            <a:headEnd len="sm" w="sm" type="none"/>
            <a:tailEnd len="sm" w="sm" type="none"/>
          </a:ln>
        </p:spPr>
      </p:cxnSp>
      <p:cxnSp>
        <p:nvCxnSpPr>
          <p:cNvPr id="870" name="Google Shape;870;p11"/>
          <p:cNvCxnSpPr/>
          <p:nvPr/>
        </p:nvCxnSpPr>
        <p:spPr>
          <a:xfrm>
            <a:off x="6534150" y="4793456"/>
            <a:ext cx="1191" cy="595313"/>
          </a:xfrm>
          <a:prstGeom prst="straightConnector1">
            <a:avLst/>
          </a:prstGeom>
          <a:noFill/>
          <a:ln cap="flat" cmpd="sng" w="12600">
            <a:solidFill>
              <a:srgbClr val="0000FF"/>
            </a:solidFill>
            <a:prstDash val="solid"/>
            <a:round/>
            <a:headEnd len="sm" w="sm" type="none"/>
            <a:tailEnd len="sm" w="sm" type="none"/>
          </a:ln>
        </p:spPr>
      </p:cxnSp>
      <p:sp>
        <p:nvSpPr>
          <p:cNvPr id="871" name="Google Shape;871;p11"/>
          <p:cNvSpPr/>
          <p:nvPr/>
        </p:nvSpPr>
        <p:spPr>
          <a:xfrm>
            <a:off x="2511029"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[ 0 ]</a:t>
            </a:r>
            <a:endParaRPr b="0" i="0" sz="1400" u="none" cap="none" strike="noStrike">
              <a:solidFill>
                <a:srgbClr val="000000"/>
              </a:solidFill>
              <a:latin typeface="Arial"/>
              <a:ea typeface="Arial"/>
              <a:cs typeface="Arial"/>
              <a:sym typeface="Arial"/>
            </a:endParaRPr>
          </a:p>
        </p:txBody>
      </p:sp>
      <p:sp>
        <p:nvSpPr>
          <p:cNvPr id="872" name="Google Shape;872;p11"/>
          <p:cNvSpPr/>
          <p:nvPr/>
        </p:nvSpPr>
        <p:spPr>
          <a:xfrm>
            <a:off x="3230336" y="4457701"/>
            <a:ext cx="394948"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873" name="Google Shape;873;p11"/>
          <p:cNvSpPr/>
          <p:nvPr/>
        </p:nvSpPr>
        <p:spPr>
          <a:xfrm>
            <a:off x="3863237"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[ 2 ]</a:t>
            </a:r>
            <a:endParaRPr b="0" i="0" sz="1400" u="none" cap="none" strike="noStrike">
              <a:solidFill>
                <a:srgbClr val="000000"/>
              </a:solidFill>
              <a:latin typeface="Arial"/>
              <a:ea typeface="Arial"/>
              <a:cs typeface="Arial"/>
              <a:sym typeface="Arial"/>
            </a:endParaRPr>
          </a:p>
        </p:txBody>
      </p:sp>
      <p:sp>
        <p:nvSpPr>
          <p:cNvPr id="874" name="Google Shape;874;p11"/>
          <p:cNvSpPr/>
          <p:nvPr/>
        </p:nvSpPr>
        <p:spPr>
          <a:xfrm>
            <a:off x="4524034"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[ 3 ]</a:t>
            </a:r>
            <a:endParaRPr b="0" i="0" sz="1400" u="none" cap="none" strike="noStrike">
              <a:solidFill>
                <a:srgbClr val="000000"/>
              </a:solidFill>
              <a:latin typeface="Arial"/>
              <a:ea typeface="Arial"/>
              <a:cs typeface="Arial"/>
              <a:sym typeface="Arial"/>
            </a:endParaRPr>
          </a:p>
        </p:txBody>
      </p:sp>
      <p:sp>
        <p:nvSpPr>
          <p:cNvPr id="875" name="Google Shape;875;p11"/>
          <p:cNvSpPr/>
          <p:nvPr/>
        </p:nvSpPr>
        <p:spPr>
          <a:xfrm>
            <a:off x="5209834"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[ 4 ]</a:t>
            </a:r>
            <a:endParaRPr b="0" i="0" sz="1400" u="none" cap="none" strike="noStrike">
              <a:solidFill>
                <a:srgbClr val="000000"/>
              </a:solidFill>
              <a:latin typeface="Arial"/>
              <a:ea typeface="Arial"/>
              <a:cs typeface="Arial"/>
              <a:sym typeface="Arial"/>
            </a:endParaRPr>
          </a:p>
        </p:txBody>
      </p:sp>
      <p:sp>
        <p:nvSpPr>
          <p:cNvPr id="876" name="Google Shape;876;p11"/>
          <p:cNvSpPr/>
          <p:nvPr/>
        </p:nvSpPr>
        <p:spPr>
          <a:xfrm>
            <a:off x="5938496"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[ 5 ]</a:t>
            </a:r>
            <a:endParaRPr b="0" i="0" sz="1400" u="none" cap="none" strike="noStrike">
              <a:solidFill>
                <a:srgbClr val="000000"/>
              </a:solidFill>
              <a:latin typeface="Arial"/>
              <a:ea typeface="Arial"/>
              <a:cs typeface="Arial"/>
              <a:sym typeface="Arial"/>
            </a:endParaRPr>
          </a:p>
        </p:txBody>
      </p:sp>
      <p:sp>
        <p:nvSpPr>
          <p:cNvPr id="877" name="Google Shape;877;p11"/>
          <p:cNvSpPr/>
          <p:nvPr/>
        </p:nvSpPr>
        <p:spPr>
          <a:xfrm>
            <a:off x="6565107" y="4457701"/>
            <a:ext cx="425404"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1" i="0" lang="en-US" sz="1800" u="none" cap="none" strike="noStrike">
                <a:solidFill>
                  <a:srgbClr val="000000"/>
                </a:solidFill>
                <a:latin typeface="Calibri"/>
                <a:ea typeface="Calibri"/>
                <a:cs typeface="Calibri"/>
                <a:sym typeface="Calibri"/>
              </a:rPr>
              <a:t>. . .</a:t>
            </a:r>
            <a:endParaRPr b="0" i="0" sz="1400" u="none" cap="none" strike="noStrike">
              <a:solidFill>
                <a:srgbClr val="000000"/>
              </a:solidFill>
              <a:latin typeface="Arial"/>
              <a:ea typeface="Arial"/>
              <a:cs typeface="Arial"/>
              <a:sym typeface="Arial"/>
            </a:endParaRPr>
          </a:p>
        </p:txBody>
      </p:sp>
      <p:sp>
        <p:nvSpPr>
          <p:cNvPr id="878" name="Google Shape;878;p11"/>
          <p:cNvSpPr/>
          <p:nvPr/>
        </p:nvSpPr>
        <p:spPr>
          <a:xfrm>
            <a:off x="4685565" y="4914901"/>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879" name="Google Shape;879;p11"/>
          <p:cNvSpPr/>
          <p:nvPr/>
        </p:nvSpPr>
        <p:spPr>
          <a:xfrm>
            <a:off x="3309202" y="4919663"/>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880" name="Google Shape;880;p11"/>
          <p:cNvSpPr/>
          <p:nvPr/>
        </p:nvSpPr>
        <p:spPr>
          <a:xfrm>
            <a:off x="4012862" y="4919663"/>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881" name="Google Shape;881;p11"/>
          <p:cNvSpPr/>
          <p:nvPr/>
        </p:nvSpPr>
        <p:spPr>
          <a:xfrm>
            <a:off x="6737747" y="4414839"/>
            <a:ext cx="736997" cy="1294210"/>
          </a:xfrm>
          <a:custGeom>
            <a:rect b="b" l="l" r="r" t="t"/>
            <a:pathLst>
              <a:path extrusionOk="0" h="4795" w="2731">
                <a:moveTo>
                  <a:pt x="1588" y="0"/>
                </a:moveTo>
                <a:lnTo>
                  <a:pt x="0" y="1971"/>
                </a:lnTo>
                <a:lnTo>
                  <a:pt x="445" y="2677"/>
                </a:lnTo>
                <a:lnTo>
                  <a:pt x="189" y="3171"/>
                </a:lnTo>
                <a:lnTo>
                  <a:pt x="886" y="4794"/>
                </a:lnTo>
                <a:lnTo>
                  <a:pt x="2730" y="4230"/>
                </a:lnTo>
                <a:lnTo>
                  <a:pt x="1588"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nvGrpSpPr>
          <p:cNvPr id="882" name="Google Shape;882;p11"/>
          <p:cNvGrpSpPr/>
          <p:nvPr/>
        </p:nvGrpSpPr>
        <p:grpSpPr>
          <a:xfrm>
            <a:off x="6686551" y="2286001"/>
            <a:ext cx="1172766" cy="589360"/>
            <a:chOff x="4656" y="1200"/>
            <a:chExt cx="985" cy="495"/>
          </a:xfrm>
        </p:grpSpPr>
        <p:sp>
          <p:nvSpPr>
            <p:cNvPr id="883" name="Google Shape;883;p11"/>
            <p:cNvSpPr/>
            <p:nvPr/>
          </p:nvSpPr>
          <p:spPr>
            <a:xfrm>
              <a:off x="5237" y="1266"/>
              <a:ext cx="404" cy="273"/>
            </a:xfrm>
            <a:prstGeom prst="roundRect">
              <a:avLst>
                <a:gd fmla="val 190"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size</a:t>
              </a:r>
              <a:endParaRPr b="0" i="0" sz="1400" u="none" cap="none" strike="noStrike">
                <a:solidFill>
                  <a:srgbClr val="000000"/>
                </a:solidFill>
                <a:latin typeface="Arial"/>
                <a:ea typeface="Arial"/>
                <a:cs typeface="Arial"/>
                <a:sym typeface="Arial"/>
              </a:endParaRPr>
            </a:p>
          </p:txBody>
        </p:sp>
        <p:sp>
          <p:nvSpPr>
            <p:cNvPr id="884" name="Google Shape;884;p11"/>
            <p:cNvSpPr/>
            <p:nvPr/>
          </p:nvSpPr>
          <p:spPr>
            <a:xfrm>
              <a:off x="4656" y="1200"/>
              <a:ext cx="573" cy="495"/>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885" name="Google Shape;885;p11"/>
          <p:cNvSpPr/>
          <p:nvPr/>
        </p:nvSpPr>
        <p:spPr>
          <a:xfrm>
            <a:off x="6908462" y="2408635"/>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grpSp>
        <p:nvGrpSpPr>
          <p:cNvPr id="886" name="Google Shape;886;p11"/>
          <p:cNvGrpSpPr/>
          <p:nvPr/>
        </p:nvGrpSpPr>
        <p:grpSpPr>
          <a:xfrm>
            <a:off x="6686555" y="2971801"/>
            <a:ext cx="1191817" cy="589360"/>
            <a:chOff x="4656" y="1200"/>
            <a:chExt cx="1001" cy="495"/>
          </a:xfrm>
        </p:grpSpPr>
        <p:sp>
          <p:nvSpPr>
            <p:cNvPr id="887" name="Google Shape;887;p11"/>
            <p:cNvSpPr/>
            <p:nvPr/>
          </p:nvSpPr>
          <p:spPr>
            <a:xfrm>
              <a:off x="5237" y="1266"/>
              <a:ext cx="420" cy="273"/>
            </a:xfrm>
            <a:prstGeom prst="roundRect">
              <a:avLst>
                <a:gd fmla="val 190"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first</a:t>
              </a:r>
              <a:endParaRPr b="0" i="0" sz="1400" u="none" cap="none" strike="noStrike">
                <a:solidFill>
                  <a:srgbClr val="000000"/>
                </a:solidFill>
                <a:latin typeface="Arial"/>
                <a:ea typeface="Arial"/>
                <a:cs typeface="Arial"/>
                <a:sym typeface="Arial"/>
              </a:endParaRPr>
            </a:p>
          </p:txBody>
        </p:sp>
        <p:sp>
          <p:nvSpPr>
            <p:cNvPr id="888" name="Google Shape;888;p11"/>
            <p:cNvSpPr/>
            <p:nvPr/>
          </p:nvSpPr>
          <p:spPr>
            <a:xfrm>
              <a:off x="4656" y="1200"/>
              <a:ext cx="573" cy="495"/>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889" name="Google Shape;889;p11"/>
          <p:cNvSpPr/>
          <p:nvPr/>
        </p:nvSpPr>
        <p:spPr>
          <a:xfrm>
            <a:off x="6908462" y="3094435"/>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grpSp>
        <p:nvGrpSpPr>
          <p:cNvPr id="890" name="Google Shape;890;p11"/>
          <p:cNvGrpSpPr/>
          <p:nvPr/>
        </p:nvGrpSpPr>
        <p:grpSpPr>
          <a:xfrm>
            <a:off x="6686549" y="3657601"/>
            <a:ext cx="1156097" cy="589360"/>
            <a:chOff x="4656" y="1200"/>
            <a:chExt cx="971" cy="495"/>
          </a:xfrm>
        </p:grpSpPr>
        <p:sp>
          <p:nvSpPr>
            <p:cNvPr id="891" name="Google Shape;891;p11"/>
            <p:cNvSpPr/>
            <p:nvPr/>
          </p:nvSpPr>
          <p:spPr>
            <a:xfrm>
              <a:off x="5237" y="1266"/>
              <a:ext cx="390" cy="273"/>
            </a:xfrm>
            <a:prstGeom prst="roundRect">
              <a:avLst>
                <a:gd fmla="val 190"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last</a:t>
              </a:r>
              <a:endParaRPr b="0" i="0" sz="1400" u="none" cap="none" strike="noStrike">
                <a:solidFill>
                  <a:srgbClr val="000000"/>
                </a:solidFill>
                <a:latin typeface="Arial"/>
                <a:ea typeface="Arial"/>
                <a:cs typeface="Arial"/>
                <a:sym typeface="Arial"/>
              </a:endParaRPr>
            </a:p>
          </p:txBody>
        </p:sp>
        <p:sp>
          <p:nvSpPr>
            <p:cNvPr id="892" name="Google Shape;892;p11"/>
            <p:cNvSpPr/>
            <p:nvPr/>
          </p:nvSpPr>
          <p:spPr>
            <a:xfrm>
              <a:off x="4656" y="1200"/>
              <a:ext cx="573" cy="495"/>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893" name="Google Shape;893;p11"/>
          <p:cNvSpPr/>
          <p:nvPr/>
        </p:nvSpPr>
        <p:spPr>
          <a:xfrm>
            <a:off x="6908462" y="3780235"/>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cxnSp>
        <p:nvCxnSpPr>
          <p:cNvPr id="894" name="Google Shape;894;p11"/>
          <p:cNvCxnSpPr/>
          <p:nvPr/>
        </p:nvCxnSpPr>
        <p:spPr>
          <a:xfrm flipH="1" rot="10800000">
            <a:off x="3543300" y="5314950"/>
            <a:ext cx="1143000" cy="342900"/>
          </a:xfrm>
          <a:prstGeom prst="straightConnector1">
            <a:avLst/>
          </a:prstGeom>
          <a:noFill/>
          <a:ln cap="flat" cmpd="sng" w="76200">
            <a:solidFill>
              <a:schemeClr val="dk1"/>
            </a:solidFill>
            <a:prstDash val="solid"/>
            <a:round/>
            <a:headEnd len="sm" w="sm"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300"/>
              <a:buFont typeface="Calibri"/>
              <a:buNone/>
            </a:pPr>
            <a:r>
              <a:rPr lang="en-US"/>
              <a:t>Queue Insertion</a:t>
            </a:r>
            <a:endParaRPr/>
          </a:p>
        </p:txBody>
      </p:sp>
      <p:sp>
        <p:nvSpPr>
          <p:cNvPr id="900" name="Google Shape;900;p12"/>
          <p:cNvSpPr txBox="1"/>
          <p:nvPr>
            <p:ph idx="1" type="body"/>
          </p:nvPr>
        </p:nvSpPr>
        <p:spPr>
          <a:xfrm>
            <a:off x="1485900" y="2057401"/>
            <a:ext cx="4057650" cy="3394472"/>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254"/>
              </a:srgbClr>
            </a:outerShdw>
          </a:effectLst>
        </p:spPr>
        <p:txBody>
          <a:bodyPr anchorCtr="0" anchor="t" bIns="45700" lIns="91425" spcFirstLastPara="1" rIns="91425" wrap="square" tIns="45700">
            <a:normAutofit fontScale="70000" lnSpcReduction="20000"/>
          </a:bodyPr>
          <a:lstStyle/>
          <a:p>
            <a:pPr indent="-257175" lvl="0" marL="257175" rtl="0" algn="l">
              <a:lnSpc>
                <a:spcPct val="100000"/>
              </a:lnSpc>
              <a:spcBef>
                <a:spcPts val="0"/>
              </a:spcBef>
              <a:spcAft>
                <a:spcPts val="0"/>
              </a:spcAft>
              <a:buClr>
                <a:schemeClr val="dk1"/>
              </a:buClr>
              <a:buSzPct val="100000"/>
              <a:buNone/>
            </a:pPr>
            <a:r>
              <a:rPr lang="en-US">
                <a:solidFill>
                  <a:schemeClr val="dk1"/>
                </a:solidFill>
                <a:latin typeface="Calibri"/>
                <a:ea typeface="Calibri"/>
                <a:cs typeface="Calibri"/>
                <a:sym typeface="Calibri"/>
              </a:rPr>
              <a:t>void enQueue(int value)</a:t>
            </a:r>
            <a:endParaRPr/>
          </a:p>
          <a:p>
            <a:pPr indent="-257175" lvl="0" marL="257175" rtl="0" algn="l">
              <a:lnSpc>
                <a:spcPct val="100000"/>
              </a:lnSpc>
              <a:spcBef>
                <a:spcPts val="336"/>
              </a:spcBef>
              <a:spcAft>
                <a:spcPts val="0"/>
              </a:spcAft>
              <a:buClr>
                <a:schemeClr val="dk1"/>
              </a:buClr>
              <a:buSzPct val="100000"/>
              <a:buNone/>
            </a:pPr>
            <a:r>
              <a:rPr lang="en-US">
                <a:solidFill>
                  <a:schemeClr val="dk1"/>
                </a:solidFill>
                <a:latin typeface="Calibri"/>
                <a:ea typeface="Calibri"/>
                <a:cs typeface="Calibri"/>
                <a:sym typeface="Calibri"/>
              </a:rPr>
              <a:t>{ </a:t>
            </a:r>
            <a:endParaRPr/>
          </a:p>
          <a:p>
            <a:pPr indent="-257175" lvl="0" marL="257175" rtl="0" algn="l">
              <a:lnSpc>
                <a:spcPct val="100000"/>
              </a:lnSpc>
              <a:spcBef>
                <a:spcPts val="336"/>
              </a:spcBef>
              <a:spcAft>
                <a:spcPts val="0"/>
              </a:spcAft>
              <a:buClr>
                <a:schemeClr val="dk1"/>
              </a:buClr>
              <a:buSzPct val="100000"/>
              <a:buNone/>
            </a:pPr>
            <a:r>
              <a:rPr lang="en-US">
                <a:solidFill>
                  <a:schemeClr val="dk1"/>
                </a:solidFill>
                <a:latin typeface="Calibri"/>
                <a:ea typeface="Calibri"/>
                <a:cs typeface="Calibri"/>
                <a:sym typeface="Calibri"/>
              </a:rPr>
              <a:t>if(rear == SIZE-1)</a:t>
            </a:r>
            <a:endParaRPr/>
          </a:p>
          <a:p>
            <a:pPr indent="-257175" lvl="0" marL="257175" rtl="0" algn="l">
              <a:lnSpc>
                <a:spcPct val="100000"/>
              </a:lnSpc>
              <a:spcBef>
                <a:spcPts val="336"/>
              </a:spcBef>
              <a:spcAft>
                <a:spcPts val="0"/>
              </a:spcAft>
              <a:buClr>
                <a:schemeClr val="dk1"/>
              </a:buClr>
              <a:buSzPct val="100000"/>
              <a:buNone/>
            </a:pPr>
            <a:r>
              <a:rPr lang="en-US">
                <a:solidFill>
                  <a:schemeClr val="dk1"/>
                </a:solidFill>
                <a:latin typeface="Calibri"/>
                <a:ea typeface="Calibri"/>
                <a:cs typeface="Calibri"/>
                <a:sym typeface="Calibri"/>
              </a:rPr>
              <a:t> printf("\nQueue is Full!!! Insertion is not possible!!!");</a:t>
            </a:r>
            <a:endParaRPr/>
          </a:p>
          <a:p>
            <a:pPr indent="-257175" lvl="0" marL="257175" rtl="0" algn="l">
              <a:lnSpc>
                <a:spcPct val="100000"/>
              </a:lnSpc>
              <a:spcBef>
                <a:spcPts val="336"/>
              </a:spcBef>
              <a:spcAft>
                <a:spcPts val="0"/>
              </a:spcAft>
              <a:buClr>
                <a:schemeClr val="dk1"/>
              </a:buClr>
              <a:buSzPct val="100000"/>
              <a:buNone/>
            </a:pPr>
            <a:r>
              <a:rPr lang="en-US">
                <a:solidFill>
                  <a:schemeClr val="dk1"/>
                </a:solidFill>
                <a:latin typeface="Calibri"/>
                <a:ea typeface="Calibri"/>
                <a:cs typeface="Calibri"/>
                <a:sym typeface="Calibri"/>
              </a:rPr>
              <a:t> else</a:t>
            </a:r>
            <a:endParaRPr/>
          </a:p>
          <a:p>
            <a:pPr indent="-257175" lvl="0" marL="257175" rtl="0" algn="l">
              <a:lnSpc>
                <a:spcPct val="100000"/>
              </a:lnSpc>
              <a:spcBef>
                <a:spcPts val="336"/>
              </a:spcBef>
              <a:spcAft>
                <a:spcPts val="0"/>
              </a:spcAft>
              <a:buClr>
                <a:schemeClr val="dk1"/>
              </a:buClr>
              <a:buSzPct val="100000"/>
              <a:buNone/>
            </a:pPr>
            <a:r>
              <a:rPr lang="en-US">
                <a:solidFill>
                  <a:schemeClr val="dk1"/>
                </a:solidFill>
                <a:latin typeface="Calibri"/>
                <a:ea typeface="Calibri"/>
                <a:cs typeface="Calibri"/>
                <a:sym typeface="Calibri"/>
              </a:rPr>
              <a:t>{ </a:t>
            </a:r>
            <a:endParaRPr/>
          </a:p>
          <a:p>
            <a:pPr indent="-257175" lvl="0" marL="257175" rtl="0" algn="l">
              <a:lnSpc>
                <a:spcPct val="100000"/>
              </a:lnSpc>
              <a:spcBef>
                <a:spcPts val="336"/>
              </a:spcBef>
              <a:spcAft>
                <a:spcPts val="0"/>
              </a:spcAft>
              <a:buClr>
                <a:schemeClr val="dk1"/>
              </a:buClr>
              <a:buSzPct val="100000"/>
              <a:buNone/>
            </a:pPr>
            <a:r>
              <a:rPr lang="en-US">
                <a:solidFill>
                  <a:schemeClr val="dk1"/>
                </a:solidFill>
                <a:latin typeface="Calibri"/>
                <a:ea typeface="Calibri"/>
                <a:cs typeface="Calibri"/>
                <a:sym typeface="Calibri"/>
              </a:rPr>
              <a:t>if(front == -1)</a:t>
            </a:r>
            <a:endParaRPr/>
          </a:p>
          <a:p>
            <a:pPr indent="-257175" lvl="0" marL="257175" rtl="0" algn="l">
              <a:lnSpc>
                <a:spcPct val="100000"/>
              </a:lnSpc>
              <a:spcBef>
                <a:spcPts val="336"/>
              </a:spcBef>
              <a:spcAft>
                <a:spcPts val="0"/>
              </a:spcAft>
              <a:buClr>
                <a:schemeClr val="dk1"/>
              </a:buClr>
              <a:buSzPct val="100000"/>
              <a:buNone/>
            </a:pPr>
            <a:r>
              <a:rPr lang="en-US">
                <a:solidFill>
                  <a:schemeClr val="dk1"/>
                </a:solidFill>
                <a:latin typeface="Calibri"/>
                <a:ea typeface="Calibri"/>
                <a:cs typeface="Calibri"/>
                <a:sym typeface="Calibri"/>
              </a:rPr>
              <a:t> front = 0; </a:t>
            </a:r>
            <a:endParaRPr/>
          </a:p>
          <a:p>
            <a:pPr indent="-257175" lvl="0" marL="257175" rtl="0" algn="l">
              <a:lnSpc>
                <a:spcPct val="100000"/>
              </a:lnSpc>
              <a:spcBef>
                <a:spcPts val="336"/>
              </a:spcBef>
              <a:spcAft>
                <a:spcPts val="0"/>
              </a:spcAft>
              <a:buClr>
                <a:schemeClr val="dk1"/>
              </a:buClr>
              <a:buSzPct val="100000"/>
              <a:buNone/>
            </a:pPr>
            <a:r>
              <a:rPr lang="en-US">
                <a:solidFill>
                  <a:schemeClr val="dk1"/>
                </a:solidFill>
                <a:latin typeface="Calibri"/>
                <a:ea typeface="Calibri"/>
                <a:cs typeface="Calibri"/>
                <a:sym typeface="Calibri"/>
              </a:rPr>
              <a:t>rear++; </a:t>
            </a:r>
            <a:endParaRPr/>
          </a:p>
          <a:p>
            <a:pPr indent="-257175" lvl="0" marL="257175" rtl="0" algn="l">
              <a:lnSpc>
                <a:spcPct val="100000"/>
              </a:lnSpc>
              <a:spcBef>
                <a:spcPts val="336"/>
              </a:spcBef>
              <a:spcAft>
                <a:spcPts val="0"/>
              </a:spcAft>
              <a:buClr>
                <a:schemeClr val="dk1"/>
              </a:buClr>
              <a:buSzPct val="100000"/>
              <a:buNone/>
            </a:pPr>
            <a:r>
              <a:rPr lang="en-US">
                <a:solidFill>
                  <a:schemeClr val="dk1"/>
                </a:solidFill>
                <a:latin typeface="Calibri"/>
                <a:ea typeface="Calibri"/>
                <a:cs typeface="Calibri"/>
                <a:sym typeface="Calibri"/>
              </a:rPr>
              <a:t>queue[rear] = value; </a:t>
            </a:r>
            <a:endParaRPr/>
          </a:p>
          <a:p>
            <a:pPr indent="-257175" lvl="0" marL="257175" rtl="0" algn="l">
              <a:lnSpc>
                <a:spcPct val="100000"/>
              </a:lnSpc>
              <a:spcBef>
                <a:spcPts val="336"/>
              </a:spcBef>
              <a:spcAft>
                <a:spcPts val="0"/>
              </a:spcAft>
              <a:buClr>
                <a:schemeClr val="dk1"/>
              </a:buClr>
              <a:buSzPct val="100000"/>
              <a:buNone/>
            </a:pPr>
            <a:r>
              <a:rPr lang="en-US">
                <a:solidFill>
                  <a:schemeClr val="dk1"/>
                </a:solidFill>
                <a:latin typeface="Calibri"/>
                <a:ea typeface="Calibri"/>
                <a:cs typeface="Calibri"/>
                <a:sym typeface="Calibri"/>
              </a:rPr>
              <a:t>printf("\nInsertion success!!!"); </a:t>
            </a:r>
            <a:endParaRPr/>
          </a:p>
          <a:p>
            <a:pPr indent="-257175" lvl="0" marL="257175" rtl="0" algn="l">
              <a:lnSpc>
                <a:spcPct val="100000"/>
              </a:lnSpc>
              <a:spcBef>
                <a:spcPts val="336"/>
              </a:spcBef>
              <a:spcAft>
                <a:spcPts val="0"/>
              </a:spcAft>
              <a:buClr>
                <a:schemeClr val="dk1"/>
              </a:buClr>
              <a:buSzPct val="100000"/>
              <a:buNone/>
            </a:pPr>
            <a:r>
              <a:rPr lang="en-US">
                <a:solidFill>
                  <a:schemeClr val="dk1"/>
                </a:solidFill>
                <a:latin typeface="Calibri"/>
                <a:ea typeface="Calibri"/>
                <a:cs typeface="Calibri"/>
                <a:sym typeface="Calibri"/>
              </a:rPr>
              <a:t>}</a:t>
            </a:r>
            <a:endParaRPr/>
          </a:p>
        </p:txBody>
      </p:sp>
      <p:pic>
        <p:nvPicPr>
          <p:cNvPr descr="300px-Data_Queue.svg.png" id="901" name="Google Shape;901;p12"/>
          <p:cNvPicPr preferRelativeResize="0"/>
          <p:nvPr/>
        </p:nvPicPr>
        <p:blipFill rotWithShape="1">
          <a:blip r:embed="rId3">
            <a:alphaModFix/>
          </a:blip>
          <a:srcRect b="0" l="0" r="0" t="0"/>
          <a:stretch/>
        </p:blipFill>
        <p:spPr>
          <a:xfrm>
            <a:off x="5657850" y="2286000"/>
            <a:ext cx="2143125" cy="3028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300"/>
              <a:buFont typeface="Calibri"/>
              <a:buNone/>
            </a:pPr>
            <a:r>
              <a:rPr b="1" lang="en-US"/>
              <a:t>deQueue() - Deleting a value from the Queue</a:t>
            </a:r>
            <a:endParaRPr/>
          </a:p>
        </p:txBody>
      </p:sp>
      <p:sp>
        <p:nvSpPr>
          <p:cNvPr id="907" name="Google Shape;907;p13"/>
          <p:cNvSpPr txBox="1"/>
          <p:nvPr>
            <p:ph idx="1" type="body"/>
          </p:nvPr>
        </p:nvSpPr>
        <p:spPr>
          <a:xfrm>
            <a:off x="1485900" y="2057400"/>
            <a:ext cx="5715000" cy="35433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254"/>
              </a:srgbClr>
            </a:outerShdw>
          </a:effectLst>
        </p:spPr>
        <p:txBody>
          <a:bodyPr anchorCtr="0" anchor="t" bIns="45700" lIns="91425" spcFirstLastPara="1" rIns="91425" wrap="square" tIns="45700">
            <a:normAutofit fontScale="92500" lnSpcReduction="20000"/>
          </a:bodyPr>
          <a:lstStyle/>
          <a:p>
            <a:pPr indent="-257175" lvl="0" marL="257175" rtl="0" algn="just">
              <a:lnSpc>
                <a:spcPct val="100000"/>
              </a:lnSpc>
              <a:spcBef>
                <a:spcPts val="0"/>
              </a:spcBef>
              <a:spcAft>
                <a:spcPts val="0"/>
              </a:spcAft>
              <a:buClr>
                <a:schemeClr val="dk1"/>
              </a:buClr>
              <a:buSzPct val="100000"/>
              <a:buChar char="•"/>
            </a:pPr>
            <a:r>
              <a:rPr b="1" lang="en-US">
                <a:solidFill>
                  <a:schemeClr val="dk1"/>
                </a:solidFill>
                <a:latin typeface="Calibri"/>
                <a:ea typeface="Calibri"/>
                <a:cs typeface="Calibri"/>
                <a:sym typeface="Calibri"/>
              </a:rPr>
              <a:t>Step 1:</a:t>
            </a:r>
            <a:r>
              <a:rPr lang="en-US">
                <a:solidFill>
                  <a:schemeClr val="dk1"/>
                </a:solidFill>
                <a:latin typeface="Calibri"/>
                <a:ea typeface="Calibri"/>
                <a:cs typeface="Calibri"/>
                <a:sym typeface="Calibri"/>
              </a:rPr>
              <a:t> Check whether </a:t>
            </a:r>
            <a:r>
              <a:rPr b="1" lang="en-US">
                <a:solidFill>
                  <a:schemeClr val="dk1"/>
                </a:solidFill>
                <a:latin typeface="Calibri"/>
                <a:ea typeface="Calibri"/>
                <a:cs typeface="Calibri"/>
                <a:sym typeface="Calibri"/>
              </a:rPr>
              <a:t>queue</a:t>
            </a:r>
            <a:r>
              <a:rPr lang="en-US">
                <a:solidFill>
                  <a:schemeClr val="dk1"/>
                </a:solidFill>
                <a:latin typeface="Calibri"/>
                <a:ea typeface="Calibri"/>
                <a:cs typeface="Calibri"/>
                <a:sym typeface="Calibri"/>
              </a:rPr>
              <a:t> is </a:t>
            </a:r>
            <a:r>
              <a:rPr b="1" lang="en-US">
                <a:solidFill>
                  <a:schemeClr val="dk1"/>
                </a:solidFill>
                <a:latin typeface="Calibri"/>
                <a:ea typeface="Calibri"/>
                <a:cs typeface="Calibri"/>
                <a:sym typeface="Calibri"/>
              </a:rPr>
              <a:t>EMPTY</a:t>
            </a:r>
            <a:r>
              <a:rPr lang="en-US">
                <a:solidFill>
                  <a:schemeClr val="dk1"/>
                </a:solidFill>
                <a:latin typeface="Calibri"/>
                <a:ea typeface="Calibri"/>
                <a:cs typeface="Calibri"/>
                <a:sym typeface="Calibri"/>
              </a:rPr>
              <a:t>. (</a:t>
            </a:r>
            <a:r>
              <a:rPr b="1" lang="en-US">
                <a:solidFill>
                  <a:schemeClr val="dk1"/>
                </a:solidFill>
                <a:latin typeface="Calibri"/>
                <a:ea typeface="Calibri"/>
                <a:cs typeface="Calibri"/>
                <a:sym typeface="Calibri"/>
              </a:rPr>
              <a:t>front == rear</a:t>
            </a:r>
            <a:r>
              <a:rPr lang="en-US">
                <a:solidFill>
                  <a:schemeClr val="dk1"/>
                </a:solidFill>
                <a:latin typeface="Calibri"/>
                <a:ea typeface="Calibri"/>
                <a:cs typeface="Calibri"/>
                <a:sym typeface="Calibri"/>
              </a:rPr>
              <a:t>)</a:t>
            </a:r>
            <a:endParaRPr/>
          </a:p>
          <a:p>
            <a:pPr indent="-257175" lvl="0" marL="257175" rtl="0" algn="just">
              <a:lnSpc>
                <a:spcPct val="100000"/>
              </a:lnSpc>
              <a:spcBef>
                <a:spcPts val="444"/>
              </a:spcBef>
              <a:spcAft>
                <a:spcPts val="0"/>
              </a:spcAft>
              <a:buClr>
                <a:schemeClr val="dk1"/>
              </a:buClr>
              <a:buSzPct val="100000"/>
              <a:buChar char="•"/>
            </a:pPr>
            <a:r>
              <a:rPr b="1" lang="en-US">
                <a:solidFill>
                  <a:schemeClr val="dk1"/>
                </a:solidFill>
                <a:latin typeface="Calibri"/>
                <a:ea typeface="Calibri"/>
                <a:cs typeface="Calibri"/>
                <a:sym typeface="Calibri"/>
              </a:rPr>
              <a:t>Step 2:</a:t>
            </a:r>
            <a:r>
              <a:rPr lang="en-US">
                <a:solidFill>
                  <a:schemeClr val="dk1"/>
                </a:solidFill>
                <a:latin typeface="Calibri"/>
                <a:ea typeface="Calibri"/>
                <a:cs typeface="Calibri"/>
                <a:sym typeface="Calibri"/>
              </a:rPr>
              <a:t> If it is </a:t>
            </a:r>
            <a:r>
              <a:rPr b="1" lang="en-US">
                <a:solidFill>
                  <a:schemeClr val="dk1"/>
                </a:solidFill>
                <a:latin typeface="Calibri"/>
                <a:ea typeface="Calibri"/>
                <a:cs typeface="Calibri"/>
                <a:sym typeface="Calibri"/>
              </a:rPr>
              <a:t>EMPTY</a:t>
            </a:r>
            <a:r>
              <a:rPr lang="en-US">
                <a:solidFill>
                  <a:schemeClr val="dk1"/>
                </a:solidFill>
                <a:latin typeface="Calibri"/>
                <a:ea typeface="Calibri"/>
                <a:cs typeface="Calibri"/>
                <a:sym typeface="Calibri"/>
              </a:rPr>
              <a:t>, then display </a:t>
            </a:r>
            <a:r>
              <a:rPr b="1" lang="en-US">
                <a:solidFill>
                  <a:schemeClr val="dk1"/>
                </a:solidFill>
                <a:latin typeface="Calibri"/>
                <a:ea typeface="Calibri"/>
                <a:cs typeface="Calibri"/>
                <a:sym typeface="Calibri"/>
              </a:rPr>
              <a:t>"Queue is EMPTY!!! Deletion is not possible!!!"</a:t>
            </a:r>
            <a:r>
              <a:rPr lang="en-US">
                <a:solidFill>
                  <a:schemeClr val="dk1"/>
                </a:solidFill>
                <a:latin typeface="Calibri"/>
                <a:ea typeface="Calibri"/>
                <a:cs typeface="Calibri"/>
                <a:sym typeface="Calibri"/>
              </a:rPr>
              <a:t> and terminate the function.</a:t>
            </a:r>
            <a:endParaRPr/>
          </a:p>
          <a:p>
            <a:pPr indent="-257175" lvl="0" marL="257175" rtl="0" algn="just">
              <a:lnSpc>
                <a:spcPct val="100000"/>
              </a:lnSpc>
              <a:spcBef>
                <a:spcPts val="444"/>
              </a:spcBef>
              <a:spcAft>
                <a:spcPts val="0"/>
              </a:spcAft>
              <a:buClr>
                <a:schemeClr val="dk1"/>
              </a:buClr>
              <a:buSzPct val="100000"/>
              <a:buChar char="•"/>
            </a:pPr>
            <a:r>
              <a:rPr b="1" lang="en-US">
                <a:solidFill>
                  <a:schemeClr val="dk1"/>
                </a:solidFill>
                <a:latin typeface="Calibri"/>
                <a:ea typeface="Calibri"/>
                <a:cs typeface="Calibri"/>
                <a:sym typeface="Calibri"/>
              </a:rPr>
              <a:t>Step 3:</a:t>
            </a:r>
            <a:r>
              <a:rPr lang="en-US">
                <a:solidFill>
                  <a:schemeClr val="dk1"/>
                </a:solidFill>
                <a:latin typeface="Calibri"/>
                <a:ea typeface="Calibri"/>
                <a:cs typeface="Calibri"/>
                <a:sym typeface="Calibri"/>
              </a:rPr>
              <a:t> If it is </a:t>
            </a:r>
            <a:r>
              <a:rPr b="1" lang="en-US">
                <a:solidFill>
                  <a:schemeClr val="dk1"/>
                </a:solidFill>
                <a:latin typeface="Calibri"/>
                <a:ea typeface="Calibri"/>
                <a:cs typeface="Calibri"/>
                <a:sym typeface="Calibri"/>
              </a:rPr>
              <a:t>NOT EMPTY</a:t>
            </a:r>
            <a:r>
              <a:rPr lang="en-US">
                <a:solidFill>
                  <a:schemeClr val="dk1"/>
                </a:solidFill>
                <a:latin typeface="Calibri"/>
                <a:ea typeface="Calibri"/>
                <a:cs typeface="Calibri"/>
                <a:sym typeface="Calibri"/>
              </a:rPr>
              <a:t>, then increment the </a:t>
            </a:r>
            <a:r>
              <a:rPr b="1" lang="en-US">
                <a:solidFill>
                  <a:schemeClr val="dk1"/>
                </a:solidFill>
                <a:latin typeface="Calibri"/>
                <a:ea typeface="Calibri"/>
                <a:cs typeface="Calibri"/>
                <a:sym typeface="Calibri"/>
              </a:rPr>
              <a:t>front</a:t>
            </a:r>
            <a:r>
              <a:rPr lang="en-US">
                <a:solidFill>
                  <a:schemeClr val="dk1"/>
                </a:solidFill>
                <a:latin typeface="Calibri"/>
                <a:ea typeface="Calibri"/>
                <a:cs typeface="Calibri"/>
                <a:sym typeface="Calibri"/>
              </a:rPr>
              <a:t> value by one (</a:t>
            </a:r>
            <a:r>
              <a:rPr b="1" lang="en-US">
                <a:solidFill>
                  <a:schemeClr val="dk1"/>
                </a:solidFill>
                <a:latin typeface="Calibri"/>
                <a:ea typeface="Calibri"/>
                <a:cs typeface="Calibri"/>
                <a:sym typeface="Calibri"/>
              </a:rPr>
              <a:t>front ++</a:t>
            </a:r>
            <a:r>
              <a:rPr lang="en-US">
                <a:solidFill>
                  <a:schemeClr val="dk1"/>
                </a:solidFill>
                <a:latin typeface="Calibri"/>
                <a:ea typeface="Calibri"/>
                <a:cs typeface="Calibri"/>
                <a:sym typeface="Calibri"/>
              </a:rPr>
              <a:t>). Then display </a:t>
            </a:r>
            <a:r>
              <a:rPr b="1" lang="en-US">
                <a:solidFill>
                  <a:schemeClr val="dk1"/>
                </a:solidFill>
                <a:latin typeface="Calibri"/>
                <a:ea typeface="Calibri"/>
                <a:cs typeface="Calibri"/>
                <a:sym typeface="Calibri"/>
              </a:rPr>
              <a:t>queue[front]</a:t>
            </a:r>
            <a:r>
              <a:rPr lang="en-US">
                <a:solidFill>
                  <a:schemeClr val="dk1"/>
                </a:solidFill>
                <a:latin typeface="Calibri"/>
                <a:ea typeface="Calibri"/>
                <a:cs typeface="Calibri"/>
                <a:sym typeface="Calibri"/>
              </a:rPr>
              <a:t> as deleted element. Then check whether both </a:t>
            </a:r>
            <a:r>
              <a:rPr b="1" lang="en-US">
                <a:solidFill>
                  <a:schemeClr val="dk1"/>
                </a:solidFill>
                <a:latin typeface="Calibri"/>
                <a:ea typeface="Calibri"/>
                <a:cs typeface="Calibri"/>
                <a:sym typeface="Calibri"/>
              </a:rPr>
              <a:t>front</a:t>
            </a:r>
            <a:r>
              <a:rPr lang="en-US">
                <a:solidFill>
                  <a:schemeClr val="dk1"/>
                </a:solidFill>
                <a:latin typeface="Calibri"/>
                <a:ea typeface="Calibri"/>
                <a:cs typeface="Calibri"/>
                <a:sym typeface="Calibri"/>
              </a:rPr>
              <a:t> and </a:t>
            </a:r>
            <a:r>
              <a:rPr b="1" lang="en-US">
                <a:solidFill>
                  <a:schemeClr val="dk1"/>
                </a:solidFill>
                <a:latin typeface="Calibri"/>
                <a:ea typeface="Calibri"/>
                <a:cs typeface="Calibri"/>
                <a:sym typeface="Calibri"/>
              </a:rPr>
              <a:t>rear</a:t>
            </a:r>
            <a:r>
              <a:rPr lang="en-US">
                <a:solidFill>
                  <a:schemeClr val="dk1"/>
                </a:solidFill>
                <a:latin typeface="Calibri"/>
                <a:ea typeface="Calibri"/>
                <a:cs typeface="Calibri"/>
                <a:sym typeface="Calibri"/>
              </a:rPr>
              <a:t> are equal (</a:t>
            </a:r>
            <a:r>
              <a:rPr b="1" lang="en-US">
                <a:solidFill>
                  <a:schemeClr val="dk1"/>
                </a:solidFill>
                <a:latin typeface="Calibri"/>
                <a:ea typeface="Calibri"/>
                <a:cs typeface="Calibri"/>
                <a:sym typeface="Calibri"/>
              </a:rPr>
              <a:t>front</a:t>
            </a:r>
            <a:r>
              <a:rPr lang="en-US">
                <a:solidFill>
                  <a:schemeClr val="dk1"/>
                </a:solidFill>
                <a:latin typeface="Calibri"/>
                <a:ea typeface="Calibri"/>
                <a:cs typeface="Calibri"/>
                <a:sym typeface="Calibri"/>
              </a:rPr>
              <a:t> == </a:t>
            </a:r>
            <a:r>
              <a:rPr b="1" lang="en-US">
                <a:solidFill>
                  <a:schemeClr val="dk1"/>
                </a:solidFill>
                <a:latin typeface="Calibri"/>
                <a:ea typeface="Calibri"/>
                <a:cs typeface="Calibri"/>
                <a:sym typeface="Calibri"/>
              </a:rPr>
              <a:t>rear</a:t>
            </a:r>
            <a:r>
              <a:rPr lang="en-US">
                <a:solidFill>
                  <a:schemeClr val="dk1"/>
                </a:solidFill>
                <a:latin typeface="Calibri"/>
                <a:ea typeface="Calibri"/>
                <a:cs typeface="Calibri"/>
                <a:sym typeface="Calibri"/>
              </a:rPr>
              <a:t>), if it </a:t>
            </a:r>
            <a:r>
              <a:rPr b="1" lang="en-US">
                <a:solidFill>
                  <a:schemeClr val="dk1"/>
                </a:solidFill>
                <a:latin typeface="Calibri"/>
                <a:ea typeface="Calibri"/>
                <a:cs typeface="Calibri"/>
                <a:sym typeface="Calibri"/>
              </a:rPr>
              <a:t>TRUE</a:t>
            </a:r>
            <a:r>
              <a:rPr lang="en-US">
                <a:solidFill>
                  <a:schemeClr val="dk1"/>
                </a:solidFill>
                <a:latin typeface="Calibri"/>
                <a:ea typeface="Calibri"/>
                <a:cs typeface="Calibri"/>
                <a:sym typeface="Calibri"/>
              </a:rPr>
              <a:t>, then set both </a:t>
            </a:r>
            <a:r>
              <a:rPr b="1" lang="en-US">
                <a:solidFill>
                  <a:schemeClr val="dk1"/>
                </a:solidFill>
                <a:latin typeface="Calibri"/>
                <a:ea typeface="Calibri"/>
                <a:cs typeface="Calibri"/>
                <a:sym typeface="Calibri"/>
              </a:rPr>
              <a:t>front</a:t>
            </a:r>
            <a:r>
              <a:rPr lang="en-US">
                <a:solidFill>
                  <a:schemeClr val="dk1"/>
                </a:solidFill>
                <a:latin typeface="Calibri"/>
                <a:ea typeface="Calibri"/>
                <a:cs typeface="Calibri"/>
                <a:sym typeface="Calibri"/>
              </a:rPr>
              <a:t> and </a:t>
            </a:r>
            <a:r>
              <a:rPr b="1" lang="en-US">
                <a:solidFill>
                  <a:schemeClr val="dk1"/>
                </a:solidFill>
                <a:latin typeface="Calibri"/>
                <a:ea typeface="Calibri"/>
                <a:cs typeface="Calibri"/>
                <a:sym typeface="Calibri"/>
              </a:rPr>
              <a:t>rear</a:t>
            </a:r>
            <a:r>
              <a:rPr lang="en-US">
                <a:solidFill>
                  <a:schemeClr val="dk1"/>
                </a:solidFill>
                <a:latin typeface="Calibri"/>
                <a:ea typeface="Calibri"/>
                <a:cs typeface="Calibri"/>
                <a:sym typeface="Calibri"/>
              </a:rPr>
              <a:t> to '</a:t>
            </a:r>
            <a:r>
              <a:rPr b="1" lang="en-US">
                <a:solidFill>
                  <a:schemeClr val="dk1"/>
                </a:solidFill>
                <a:latin typeface="Calibri"/>
                <a:ea typeface="Calibri"/>
                <a:cs typeface="Calibri"/>
                <a:sym typeface="Calibri"/>
              </a:rPr>
              <a:t>-1</a:t>
            </a:r>
            <a:r>
              <a:rPr lang="en-US">
                <a:solidFill>
                  <a:schemeClr val="dk1"/>
                </a:solidFill>
                <a:latin typeface="Calibri"/>
                <a:ea typeface="Calibri"/>
                <a:cs typeface="Calibri"/>
                <a:sym typeface="Calibri"/>
              </a:rPr>
              <a:t>' (</a:t>
            </a:r>
            <a:r>
              <a:rPr b="1" lang="en-US">
                <a:solidFill>
                  <a:schemeClr val="dk1"/>
                </a:solidFill>
                <a:latin typeface="Calibri"/>
                <a:ea typeface="Calibri"/>
                <a:cs typeface="Calibri"/>
                <a:sym typeface="Calibri"/>
              </a:rPr>
              <a:t>front</a:t>
            </a:r>
            <a:r>
              <a:rPr lang="en-US">
                <a:solidFill>
                  <a:schemeClr val="dk1"/>
                </a:solidFill>
                <a:latin typeface="Calibri"/>
                <a:ea typeface="Calibri"/>
                <a:cs typeface="Calibri"/>
                <a:sym typeface="Calibri"/>
              </a:rPr>
              <a:t> = </a:t>
            </a:r>
            <a:r>
              <a:rPr b="1" lang="en-US">
                <a:solidFill>
                  <a:schemeClr val="dk1"/>
                </a:solidFill>
                <a:latin typeface="Calibri"/>
                <a:ea typeface="Calibri"/>
                <a:cs typeface="Calibri"/>
                <a:sym typeface="Calibri"/>
              </a:rPr>
              <a:t>rear</a:t>
            </a:r>
            <a:r>
              <a:rPr lang="en-US">
                <a:solidFill>
                  <a:schemeClr val="dk1"/>
                </a:solidFill>
                <a:latin typeface="Calibri"/>
                <a:ea typeface="Calibri"/>
                <a:cs typeface="Calibri"/>
                <a:sym typeface="Calibri"/>
              </a:rPr>
              <a:t> = </a:t>
            </a:r>
            <a:r>
              <a:rPr b="1" lang="en-US">
                <a:solidFill>
                  <a:schemeClr val="dk1"/>
                </a:solidFill>
                <a:latin typeface="Calibri"/>
                <a:ea typeface="Calibri"/>
                <a:cs typeface="Calibri"/>
                <a:sym typeface="Calibri"/>
              </a:rPr>
              <a:t>-1</a:t>
            </a:r>
            <a:r>
              <a:rPr lang="en-US">
                <a:solidFill>
                  <a:schemeClr val="dk1"/>
                </a:solidFill>
                <a:latin typeface="Calibri"/>
                <a:ea typeface="Calibri"/>
                <a:cs typeface="Calibri"/>
                <a:sym typeface="Calibri"/>
              </a:rPr>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4"/>
          <p:cNvSpPr txBox="1"/>
          <p:nvPr>
            <p:ph type="title"/>
          </p:nvPr>
        </p:nvSpPr>
        <p:spPr>
          <a:xfrm>
            <a:off x="1561500" y="523875"/>
            <a:ext cx="5829300" cy="857400"/>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dk1"/>
              </a:buClr>
              <a:buSzPts val="3300"/>
              <a:buFont typeface="Calibri"/>
              <a:buNone/>
            </a:pPr>
            <a:r>
              <a:rPr lang="en-US"/>
              <a:t>A Dequeue Operation</a:t>
            </a:r>
            <a:endParaRPr/>
          </a:p>
        </p:txBody>
      </p:sp>
      <p:sp>
        <p:nvSpPr>
          <p:cNvPr id="913" name="Google Shape;913;p14"/>
          <p:cNvSpPr txBox="1"/>
          <p:nvPr/>
        </p:nvSpPr>
        <p:spPr>
          <a:xfrm>
            <a:off x="892975" y="2343150"/>
            <a:ext cx="5279100" cy="3086100"/>
          </a:xfrm>
          <a:prstGeom prst="rect">
            <a:avLst/>
          </a:prstGeom>
          <a:noFill/>
          <a:ln>
            <a:noFill/>
          </a:ln>
        </p:spPr>
        <p:txBody>
          <a:bodyPr anchorCtr="0" anchor="t" bIns="34275" lIns="68575" spcFirstLastPara="1" rIns="68575" wrap="square" tIns="34275">
            <a:normAutofit/>
          </a:bodyPr>
          <a:lstStyle/>
          <a:p>
            <a:pPr indent="-257175" lvl="0" marL="257175" marR="0" rtl="0" algn="l">
              <a:lnSpc>
                <a:spcPct val="95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When an element leaves the queue, size is decremented, and first changes, too.</a:t>
            </a:r>
            <a:endParaRPr b="0" i="0" sz="1400" u="none" cap="none" strike="noStrike">
              <a:solidFill>
                <a:srgbClr val="000000"/>
              </a:solidFill>
              <a:latin typeface="Arial"/>
              <a:ea typeface="Arial"/>
              <a:cs typeface="Arial"/>
              <a:sym typeface="Arial"/>
            </a:endParaRPr>
          </a:p>
        </p:txBody>
      </p:sp>
      <p:sp>
        <p:nvSpPr>
          <p:cNvPr id="914" name="Google Shape;914;p14"/>
          <p:cNvSpPr/>
          <p:nvPr/>
        </p:nvSpPr>
        <p:spPr>
          <a:xfrm>
            <a:off x="2420542" y="4797029"/>
            <a:ext cx="4535090" cy="589359"/>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cxnSp>
        <p:nvCxnSpPr>
          <p:cNvPr id="915" name="Google Shape;915;p14"/>
          <p:cNvCxnSpPr/>
          <p:nvPr/>
        </p:nvCxnSpPr>
        <p:spPr>
          <a:xfrm>
            <a:off x="3105150" y="4794647"/>
            <a:ext cx="1191" cy="594122"/>
          </a:xfrm>
          <a:prstGeom prst="straightConnector1">
            <a:avLst/>
          </a:prstGeom>
          <a:noFill/>
          <a:ln cap="flat" cmpd="sng" w="12600">
            <a:solidFill>
              <a:srgbClr val="0000FF"/>
            </a:solidFill>
            <a:prstDash val="solid"/>
            <a:round/>
            <a:headEnd len="sm" w="sm" type="none"/>
            <a:tailEnd len="sm" w="sm" type="none"/>
          </a:ln>
        </p:spPr>
      </p:cxnSp>
      <p:cxnSp>
        <p:nvCxnSpPr>
          <p:cNvPr id="916" name="Google Shape;916;p14"/>
          <p:cNvCxnSpPr/>
          <p:nvPr/>
        </p:nvCxnSpPr>
        <p:spPr>
          <a:xfrm>
            <a:off x="3790950" y="4794647"/>
            <a:ext cx="1191" cy="594122"/>
          </a:xfrm>
          <a:prstGeom prst="straightConnector1">
            <a:avLst/>
          </a:prstGeom>
          <a:noFill/>
          <a:ln cap="flat" cmpd="sng" w="12600">
            <a:solidFill>
              <a:srgbClr val="0000FF"/>
            </a:solidFill>
            <a:prstDash val="solid"/>
            <a:round/>
            <a:headEnd len="sm" w="sm" type="none"/>
            <a:tailEnd len="sm" w="sm" type="none"/>
          </a:ln>
        </p:spPr>
      </p:cxnSp>
      <p:cxnSp>
        <p:nvCxnSpPr>
          <p:cNvPr id="917" name="Google Shape;917;p14"/>
          <p:cNvCxnSpPr/>
          <p:nvPr/>
        </p:nvCxnSpPr>
        <p:spPr>
          <a:xfrm>
            <a:off x="4475561" y="4794647"/>
            <a:ext cx="1190" cy="594122"/>
          </a:xfrm>
          <a:prstGeom prst="straightConnector1">
            <a:avLst/>
          </a:prstGeom>
          <a:noFill/>
          <a:ln cap="flat" cmpd="sng" w="12600">
            <a:solidFill>
              <a:srgbClr val="0000FF"/>
            </a:solidFill>
            <a:prstDash val="solid"/>
            <a:round/>
            <a:headEnd len="sm" w="sm" type="none"/>
            <a:tailEnd len="sm" w="sm" type="none"/>
          </a:ln>
        </p:spPr>
      </p:cxnSp>
      <p:cxnSp>
        <p:nvCxnSpPr>
          <p:cNvPr id="918" name="Google Shape;918;p14"/>
          <p:cNvCxnSpPr/>
          <p:nvPr/>
        </p:nvCxnSpPr>
        <p:spPr>
          <a:xfrm>
            <a:off x="5162550" y="4797030"/>
            <a:ext cx="1191" cy="588169"/>
          </a:xfrm>
          <a:prstGeom prst="straightConnector1">
            <a:avLst/>
          </a:prstGeom>
          <a:noFill/>
          <a:ln cap="flat" cmpd="sng" w="12600">
            <a:solidFill>
              <a:srgbClr val="0000FF"/>
            </a:solidFill>
            <a:prstDash val="solid"/>
            <a:round/>
            <a:headEnd len="sm" w="sm" type="none"/>
            <a:tailEnd len="sm" w="sm" type="none"/>
          </a:ln>
        </p:spPr>
      </p:cxnSp>
      <p:cxnSp>
        <p:nvCxnSpPr>
          <p:cNvPr id="919" name="Google Shape;919;p14"/>
          <p:cNvCxnSpPr/>
          <p:nvPr/>
        </p:nvCxnSpPr>
        <p:spPr>
          <a:xfrm>
            <a:off x="5848350" y="4797030"/>
            <a:ext cx="1191" cy="588169"/>
          </a:xfrm>
          <a:prstGeom prst="straightConnector1">
            <a:avLst/>
          </a:prstGeom>
          <a:noFill/>
          <a:ln cap="flat" cmpd="sng" w="12600">
            <a:solidFill>
              <a:srgbClr val="0000FF"/>
            </a:solidFill>
            <a:prstDash val="solid"/>
            <a:round/>
            <a:headEnd len="sm" w="sm" type="none"/>
            <a:tailEnd len="sm" w="sm" type="none"/>
          </a:ln>
        </p:spPr>
      </p:cxnSp>
      <p:cxnSp>
        <p:nvCxnSpPr>
          <p:cNvPr id="920" name="Google Shape;920;p14"/>
          <p:cNvCxnSpPr/>
          <p:nvPr/>
        </p:nvCxnSpPr>
        <p:spPr>
          <a:xfrm>
            <a:off x="6534150" y="4793456"/>
            <a:ext cx="1191" cy="595313"/>
          </a:xfrm>
          <a:prstGeom prst="straightConnector1">
            <a:avLst/>
          </a:prstGeom>
          <a:noFill/>
          <a:ln cap="flat" cmpd="sng" w="12600">
            <a:solidFill>
              <a:srgbClr val="0000FF"/>
            </a:solidFill>
            <a:prstDash val="solid"/>
            <a:round/>
            <a:headEnd len="sm" w="sm" type="none"/>
            <a:tailEnd len="sm" w="sm" type="none"/>
          </a:ln>
        </p:spPr>
      </p:cxnSp>
      <p:sp>
        <p:nvSpPr>
          <p:cNvPr id="921" name="Google Shape;921;p14"/>
          <p:cNvSpPr/>
          <p:nvPr/>
        </p:nvSpPr>
        <p:spPr>
          <a:xfrm>
            <a:off x="2511029"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[ 0 ]</a:t>
            </a:r>
            <a:endParaRPr b="0" i="0" sz="1400" u="none" cap="none" strike="noStrike">
              <a:solidFill>
                <a:srgbClr val="000000"/>
              </a:solidFill>
              <a:latin typeface="Arial"/>
              <a:ea typeface="Arial"/>
              <a:cs typeface="Arial"/>
              <a:sym typeface="Arial"/>
            </a:endParaRPr>
          </a:p>
        </p:txBody>
      </p:sp>
      <p:sp>
        <p:nvSpPr>
          <p:cNvPr id="922" name="Google Shape;922;p14"/>
          <p:cNvSpPr/>
          <p:nvPr/>
        </p:nvSpPr>
        <p:spPr>
          <a:xfrm>
            <a:off x="3230336" y="4457701"/>
            <a:ext cx="394948"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923" name="Google Shape;923;p14"/>
          <p:cNvSpPr/>
          <p:nvPr/>
        </p:nvSpPr>
        <p:spPr>
          <a:xfrm>
            <a:off x="3863237"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[ 2 ]</a:t>
            </a:r>
            <a:endParaRPr b="0" i="0" sz="1400" u="none" cap="none" strike="noStrike">
              <a:solidFill>
                <a:srgbClr val="000000"/>
              </a:solidFill>
              <a:latin typeface="Arial"/>
              <a:ea typeface="Arial"/>
              <a:cs typeface="Arial"/>
              <a:sym typeface="Arial"/>
            </a:endParaRPr>
          </a:p>
        </p:txBody>
      </p:sp>
      <p:sp>
        <p:nvSpPr>
          <p:cNvPr id="924" name="Google Shape;924;p14"/>
          <p:cNvSpPr/>
          <p:nvPr/>
        </p:nvSpPr>
        <p:spPr>
          <a:xfrm>
            <a:off x="4524034"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[ 3 ]</a:t>
            </a:r>
            <a:endParaRPr b="0" i="0" sz="1400" u="none" cap="none" strike="noStrike">
              <a:solidFill>
                <a:srgbClr val="000000"/>
              </a:solidFill>
              <a:latin typeface="Arial"/>
              <a:ea typeface="Arial"/>
              <a:cs typeface="Arial"/>
              <a:sym typeface="Arial"/>
            </a:endParaRPr>
          </a:p>
        </p:txBody>
      </p:sp>
      <p:sp>
        <p:nvSpPr>
          <p:cNvPr id="925" name="Google Shape;925;p14"/>
          <p:cNvSpPr/>
          <p:nvPr/>
        </p:nvSpPr>
        <p:spPr>
          <a:xfrm>
            <a:off x="5209834"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[ 4 ]</a:t>
            </a:r>
            <a:endParaRPr b="0" i="0" sz="1400" u="none" cap="none" strike="noStrike">
              <a:solidFill>
                <a:srgbClr val="000000"/>
              </a:solidFill>
              <a:latin typeface="Arial"/>
              <a:ea typeface="Arial"/>
              <a:cs typeface="Arial"/>
              <a:sym typeface="Arial"/>
            </a:endParaRPr>
          </a:p>
        </p:txBody>
      </p:sp>
      <p:sp>
        <p:nvSpPr>
          <p:cNvPr id="926" name="Google Shape;926;p14"/>
          <p:cNvSpPr/>
          <p:nvPr/>
        </p:nvSpPr>
        <p:spPr>
          <a:xfrm>
            <a:off x="5938496" y="4457701"/>
            <a:ext cx="500746"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[ 5 ]</a:t>
            </a:r>
            <a:endParaRPr b="0" i="0" sz="1400" u="none" cap="none" strike="noStrike">
              <a:solidFill>
                <a:srgbClr val="000000"/>
              </a:solidFill>
              <a:latin typeface="Arial"/>
              <a:ea typeface="Arial"/>
              <a:cs typeface="Arial"/>
              <a:sym typeface="Arial"/>
            </a:endParaRPr>
          </a:p>
        </p:txBody>
      </p:sp>
      <p:sp>
        <p:nvSpPr>
          <p:cNvPr id="927" name="Google Shape;927;p14"/>
          <p:cNvSpPr/>
          <p:nvPr/>
        </p:nvSpPr>
        <p:spPr>
          <a:xfrm>
            <a:off x="6565107" y="4457701"/>
            <a:ext cx="425404" cy="324703"/>
          </a:xfrm>
          <a:prstGeom prst="roundRect">
            <a:avLst>
              <a:gd fmla="val 347"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1" i="0" lang="en-US" sz="1800" u="none" cap="none" strike="noStrike">
                <a:solidFill>
                  <a:srgbClr val="000000"/>
                </a:solidFill>
                <a:latin typeface="Calibri"/>
                <a:ea typeface="Calibri"/>
                <a:cs typeface="Calibri"/>
                <a:sym typeface="Calibri"/>
              </a:rPr>
              <a:t>. . .</a:t>
            </a:r>
            <a:endParaRPr b="0" i="0" sz="1400" u="none" cap="none" strike="noStrike">
              <a:solidFill>
                <a:srgbClr val="000000"/>
              </a:solidFill>
              <a:latin typeface="Arial"/>
              <a:ea typeface="Arial"/>
              <a:cs typeface="Arial"/>
              <a:sym typeface="Arial"/>
            </a:endParaRPr>
          </a:p>
        </p:txBody>
      </p:sp>
      <p:sp>
        <p:nvSpPr>
          <p:cNvPr id="928" name="Google Shape;928;p14"/>
          <p:cNvSpPr/>
          <p:nvPr/>
        </p:nvSpPr>
        <p:spPr>
          <a:xfrm>
            <a:off x="2623402" y="4919663"/>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929" name="Google Shape;929;p14"/>
          <p:cNvSpPr/>
          <p:nvPr/>
        </p:nvSpPr>
        <p:spPr>
          <a:xfrm>
            <a:off x="3309202" y="4919663"/>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930" name="Google Shape;930;p14"/>
          <p:cNvSpPr/>
          <p:nvPr/>
        </p:nvSpPr>
        <p:spPr>
          <a:xfrm>
            <a:off x="4012862" y="4919663"/>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931" name="Google Shape;931;p14"/>
          <p:cNvSpPr/>
          <p:nvPr/>
        </p:nvSpPr>
        <p:spPr>
          <a:xfrm>
            <a:off x="6737747" y="4414839"/>
            <a:ext cx="736997" cy="1294210"/>
          </a:xfrm>
          <a:custGeom>
            <a:rect b="b" l="l" r="r" t="t"/>
            <a:pathLst>
              <a:path extrusionOk="0" h="4795" w="2731">
                <a:moveTo>
                  <a:pt x="1588" y="0"/>
                </a:moveTo>
                <a:lnTo>
                  <a:pt x="0" y="1971"/>
                </a:lnTo>
                <a:lnTo>
                  <a:pt x="445" y="2677"/>
                </a:lnTo>
                <a:lnTo>
                  <a:pt x="189" y="3171"/>
                </a:lnTo>
                <a:lnTo>
                  <a:pt x="886" y="4794"/>
                </a:lnTo>
                <a:lnTo>
                  <a:pt x="2730" y="4230"/>
                </a:lnTo>
                <a:lnTo>
                  <a:pt x="1588"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nvGrpSpPr>
          <p:cNvPr id="932" name="Google Shape;932;p14"/>
          <p:cNvGrpSpPr/>
          <p:nvPr/>
        </p:nvGrpSpPr>
        <p:grpSpPr>
          <a:xfrm>
            <a:off x="6686551" y="2286001"/>
            <a:ext cx="1172766" cy="589360"/>
            <a:chOff x="4656" y="1200"/>
            <a:chExt cx="985" cy="495"/>
          </a:xfrm>
        </p:grpSpPr>
        <p:sp>
          <p:nvSpPr>
            <p:cNvPr id="933" name="Google Shape;933;p14"/>
            <p:cNvSpPr/>
            <p:nvPr/>
          </p:nvSpPr>
          <p:spPr>
            <a:xfrm>
              <a:off x="5237" y="1266"/>
              <a:ext cx="404" cy="273"/>
            </a:xfrm>
            <a:prstGeom prst="roundRect">
              <a:avLst>
                <a:gd fmla="val 190"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size</a:t>
              </a:r>
              <a:endParaRPr b="0" i="0" sz="1400" u="none" cap="none" strike="noStrike">
                <a:solidFill>
                  <a:srgbClr val="000000"/>
                </a:solidFill>
                <a:latin typeface="Arial"/>
                <a:ea typeface="Arial"/>
                <a:cs typeface="Arial"/>
                <a:sym typeface="Arial"/>
              </a:endParaRPr>
            </a:p>
          </p:txBody>
        </p:sp>
        <p:sp>
          <p:nvSpPr>
            <p:cNvPr id="934" name="Google Shape;934;p14"/>
            <p:cNvSpPr/>
            <p:nvPr/>
          </p:nvSpPr>
          <p:spPr>
            <a:xfrm>
              <a:off x="4656" y="1200"/>
              <a:ext cx="573" cy="495"/>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935" name="Google Shape;935;p14"/>
          <p:cNvSpPr/>
          <p:nvPr/>
        </p:nvSpPr>
        <p:spPr>
          <a:xfrm>
            <a:off x="6908462" y="2408635"/>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grpSp>
        <p:nvGrpSpPr>
          <p:cNvPr id="936" name="Google Shape;936;p14"/>
          <p:cNvGrpSpPr/>
          <p:nvPr/>
        </p:nvGrpSpPr>
        <p:grpSpPr>
          <a:xfrm>
            <a:off x="6686555" y="2971801"/>
            <a:ext cx="1191817" cy="589360"/>
            <a:chOff x="4656" y="1200"/>
            <a:chExt cx="1001" cy="495"/>
          </a:xfrm>
        </p:grpSpPr>
        <p:sp>
          <p:nvSpPr>
            <p:cNvPr id="937" name="Google Shape;937;p14"/>
            <p:cNvSpPr/>
            <p:nvPr/>
          </p:nvSpPr>
          <p:spPr>
            <a:xfrm>
              <a:off x="5237" y="1266"/>
              <a:ext cx="420" cy="273"/>
            </a:xfrm>
            <a:prstGeom prst="roundRect">
              <a:avLst>
                <a:gd fmla="val 190"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first</a:t>
              </a:r>
              <a:endParaRPr b="0" i="0" sz="1400" u="none" cap="none" strike="noStrike">
                <a:solidFill>
                  <a:srgbClr val="000000"/>
                </a:solidFill>
                <a:latin typeface="Arial"/>
                <a:ea typeface="Arial"/>
                <a:cs typeface="Arial"/>
                <a:sym typeface="Arial"/>
              </a:endParaRPr>
            </a:p>
          </p:txBody>
        </p:sp>
        <p:sp>
          <p:nvSpPr>
            <p:cNvPr id="938" name="Google Shape;938;p14"/>
            <p:cNvSpPr/>
            <p:nvPr/>
          </p:nvSpPr>
          <p:spPr>
            <a:xfrm>
              <a:off x="4656" y="1200"/>
              <a:ext cx="573" cy="495"/>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939" name="Google Shape;939;p14"/>
          <p:cNvSpPr/>
          <p:nvPr/>
        </p:nvSpPr>
        <p:spPr>
          <a:xfrm>
            <a:off x="6908462" y="3094435"/>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grpSp>
        <p:nvGrpSpPr>
          <p:cNvPr id="940" name="Google Shape;940;p14"/>
          <p:cNvGrpSpPr/>
          <p:nvPr/>
        </p:nvGrpSpPr>
        <p:grpSpPr>
          <a:xfrm>
            <a:off x="6686549" y="3657601"/>
            <a:ext cx="1156097" cy="589360"/>
            <a:chOff x="4656" y="1200"/>
            <a:chExt cx="971" cy="495"/>
          </a:xfrm>
        </p:grpSpPr>
        <p:sp>
          <p:nvSpPr>
            <p:cNvPr id="941" name="Google Shape;941;p14"/>
            <p:cNvSpPr/>
            <p:nvPr/>
          </p:nvSpPr>
          <p:spPr>
            <a:xfrm>
              <a:off x="5237" y="1266"/>
              <a:ext cx="390" cy="273"/>
            </a:xfrm>
            <a:prstGeom prst="roundRect">
              <a:avLst>
                <a:gd fmla="val 190" name="adj"/>
              </a:avLst>
            </a:prstGeom>
            <a:noFill/>
            <a:ln>
              <a:noFill/>
            </a:ln>
          </p:spPr>
          <p:txBody>
            <a:bodyPr anchorCtr="0" anchor="t" bIns="33200" lIns="67750" spcFirstLastPara="1" rIns="67750" wrap="square" tIns="33200">
              <a:spAutoFit/>
            </a:bodyPr>
            <a:lstStyle/>
            <a:p>
              <a:pPr indent="0" lvl="0" marL="0" marR="0" rtl="0" algn="l">
                <a:lnSpc>
                  <a:spcPct val="93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last</a:t>
              </a:r>
              <a:endParaRPr b="0" i="0" sz="1400" u="none" cap="none" strike="noStrike">
                <a:solidFill>
                  <a:srgbClr val="000000"/>
                </a:solidFill>
                <a:latin typeface="Arial"/>
                <a:ea typeface="Arial"/>
                <a:cs typeface="Arial"/>
                <a:sym typeface="Arial"/>
              </a:endParaRPr>
            </a:p>
          </p:txBody>
        </p:sp>
        <p:sp>
          <p:nvSpPr>
            <p:cNvPr id="942" name="Google Shape;942;p14"/>
            <p:cNvSpPr/>
            <p:nvPr/>
          </p:nvSpPr>
          <p:spPr>
            <a:xfrm>
              <a:off x="4656" y="1200"/>
              <a:ext cx="573" cy="495"/>
            </a:xfrm>
            <a:prstGeom prst="roundRect">
              <a:avLst>
                <a:gd fmla="val 199" name="adj"/>
              </a:avLst>
            </a:prstGeom>
            <a:solidFill>
              <a:srgbClr val="8080FF"/>
            </a:solidFill>
            <a:ln cap="flat" cmpd="sng" w="126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
        <p:nvSpPr>
          <p:cNvPr id="943" name="Google Shape;943;p14"/>
          <p:cNvSpPr/>
          <p:nvPr/>
        </p:nvSpPr>
        <p:spPr>
          <a:xfrm>
            <a:off x="6908462" y="3780235"/>
            <a:ext cx="253883" cy="324703"/>
          </a:xfrm>
          <a:prstGeom prst="roundRect">
            <a:avLst>
              <a:gd fmla="val 449" name="adj"/>
            </a:avLst>
          </a:prstGeom>
          <a:noFill/>
          <a:ln>
            <a:noFill/>
          </a:ln>
        </p:spPr>
        <p:txBody>
          <a:bodyPr anchorCtr="0" anchor="t" bIns="33200" lIns="67750" spcFirstLastPara="1" rIns="67750" wrap="square" tIns="33200">
            <a:spAutoFit/>
          </a:bodyPr>
          <a:lstStyle/>
          <a:p>
            <a:pPr indent="0" lvl="0" marL="0" marR="0" rtl="0" algn="ctr">
              <a:lnSpc>
                <a:spcPct val="93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grpSp>
        <p:nvGrpSpPr>
          <p:cNvPr id="944" name="Google Shape;944;p14"/>
          <p:cNvGrpSpPr/>
          <p:nvPr/>
        </p:nvGrpSpPr>
        <p:grpSpPr>
          <a:xfrm>
            <a:off x="2513159" y="4811295"/>
            <a:ext cx="518422" cy="608450"/>
            <a:chOff x="190" y="2552"/>
            <a:chExt cx="435" cy="511"/>
          </a:xfrm>
        </p:grpSpPr>
        <p:sp>
          <p:nvSpPr>
            <p:cNvPr id="945" name="Google Shape;945;p14"/>
            <p:cNvSpPr/>
            <p:nvPr/>
          </p:nvSpPr>
          <p:spPr>
            <a:xfrm rot="2379613">
              <a:off x="384" y="2496"/>
              <a:ext cx="48" cy="62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946" name="Google Shape;946;p14"/>
            <p:cNvSpPr/>
            <p:nvPr/>
          </p:nvSpPr>
          <p:spPr>
            <a:xfrm flipH="1" rot="-2379613">
              <a:off x="384" y="2496"/>
              <a:ext cx="48" cy="62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300"/>
              <a:buFont typeface="Calibri"/>
              <a:buNone/>
            </a:pPr>
            <a:r>
              <a:rPr lang="en-US"/>
              <a:t>Queue Deletion </a:t>
            </a:r>
            <a:endParaRPr/>
          </a:p>
        </p:txBody>
      </p:sp>
      <p:sp>
        <p:nvSpPr>
          <p:cNvPr id="952" name="Google Shape;952;p15"/>
          <p:cNvSpPr txBox="1"/>
          <p:nvPr>
            <p:ph idx="1" type="body"/>
          </p:nvPr>
        </p:nvSpPr>
        <p:spPr>
          <a:xfrm>
            <a:off x="1314450" y="2057401"/>
            <a:ext cx="3657600" cy="3394472"/>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254"/>
              </a:srgbClr>
            </a:outerShdw>
          </a:effectLst>
        </p:spPr>
        <p:txBody>
          <a:bodyPr anchorCtr="0" anchor="t" bIns="45700" lIns="91425" spcFirstLastPara="1" rIns="91425" wrap="square" tIns="45700">
            <a:normAutofit fontScale="62500" lnSpcReduction="20000"/>
          </a:bodyPr>
          <a:lstStyle/>
          <a:p>
            <a:pPr indent="-257175" lvl="0" marL="257175" rtl="0" algn="l">
              <a:lnSpc>
                <a:spcPct val="100000"/>
              </a:lnSpc>
              <a:spcBef>
                <a:spcPts val="0"/>
              </a:spcBef>
              <a:spcAft>
                <a:spcPts val="0"/>
              </a:spcAft>
              <a:buClr>
                <a:schemeClr val="dk1"/>
              </a:buClr>
              <a:buSzPct val="100000"/>
              <a:buNone/>
            </a:pPr>
            <a:r>
              <a:rPr lang="en-US">
                <a:solidFill>
                  <a:schemeClr val="dk1"/>
                </a:solidFill>
                <a:latin typeface="Calibri"/>
                <a:ea typeface="Calibri"/>
                <a:cs typeface="Calibri"/>
                <a:sym typeface="Calibri"/>
              </a:rPr>
              <a:t>void deQueue()</a:t>
            </a:r>
            <a:endParaRPr/>
          </a:p>
          <a:p>
            <a:pPr indent="-257175" lvl="0" marL="257175" rtl="0" algn="l">
              <a:lnSpc>
                <a:spcPct val="100000"/>
              </a:lnSpc>
              <a:spcBef>
                <a:spcPts val="300"/>
              </a:spcBef>
              <a:spcAft>
                <a:spcPts val="0"/>
              </a:spcAft>
              <a:buClr>
                <a:schemeClr val="dk1"/>
              </a:buClr>
              <a:buSzPct val="100000"/>
              <a:buNone/>
            </a:pPr>
            <a:r>
              <a:rPr lang="en-US">
                <a:solidFill>
                  <a:schemeClr val="dk1"/>
                </a:solidFill>
                <a:latin typeface="Calibri"/>
                <a:ea typeface="Calibri"/>
                <a:cs typeface="Calibri"/>
                <a:sym typeface="Calibri"/>
              </a:rPr>
              <a:t>{ </a:t>
            </a:r>
            <a:endParaRPr/>
          </a:p>
          <a:p>
            <a:pPr indent="-257175" lvl="0" marL="257175" rtl="0" algn="l">
              <a:lnSpc>
                <a:spcPct val="100000"/>
              </a:lnSpc>
              <a:spcBef>
                <a:spcPts val="300"/>
              </a:spcBef>
              <a:spcAft>
                <a:spcPts val="0"/>
              </a:spcAft>
              <a:buClr>
                <a:schemeClr val="dk1"/>
              </a:buClr>
              <a:buSzPct val="100000"/>
              <a:buNone/>
            </a:pPr>
            <a:r>
              <a:rPr lang="en-US">
                <a:solidFill>
                  <a:schemeClr val="dk1"/>
                </a:solidFill>
                <a:latin typeface="Calibri"/>
                <a:ea typeface="Calibri"/>
                <a:cs typeface="Calibri"/>
                <a:sym typeface="Calibri"/>
              </a:rPr>
              <a:t>if(front == rear) </a:t>
            </a:r>
            <a:endParaRPr/>
          </a:p>
          <a:p>
            <a:pPr indent="-257175" lvl="0" marL="257175" rtl="0" algn="l">
              <a:lnSpc>
                <a:spcPct val="100000"/>
              </a:lnSpc>
              <a:spcBef>
                <a:spcPts val="300"/>
              </a:spcBef>
              <a:spcAft>
                <a:spcPts val="0"/>
              </a:spcAft>
              <a:buClr>
                <a:schemeClr val="dk1"/>
              </a:buClr>
              <a:buSzPct val="100000"/>
              <a:buNone/>
            </a:pPr>
            <a:r>
              <a:rPr lang="en-US">
                <a:solidFill>
                  <a:schemeClr val="dk1"/>
                </a:solidFill>
                <a:latin typeface="Calibri"/>
                <a:ea typeface="Calibri"/>
                <a:cs typeface="Calibri"/>
                <a:sym typeface="Calibri"/>
              </a:rPr>
              <a:t>printf("\nQueue is Empty!!! Deletion is not possible!!!"); </a:t>
            </a:r>
            <a:endParaRPr/>
          </a:p>
          <a:p>
            <a:pPr indent="-257175" lvl="0" marL="257175" rtl="0" algn="l">
              <a:lnSpc>
                <a:spcPct val="100000"/>
              </a:lnSpc>
              <a:spcBef>
                <a:spcPts val="300"/>
              </a:spcBef>
              <a:spcAft>
                <a:spcPts val="0"/>
              </a:spcAft>
              <a:buClr>
                <a:schemeClr val="dk1"/>
              </a:buClr>
              <a:buSzPct val="100000"/>
              <a:buNone/>
            </a:pPr>
            <a:r>
              <a:rPr lang="en-US">
                <a:solidFill>
                  <a:schemeClr val="dk1"/>
                </a:solidFill>
                <a:latin typeface="Calibri"/>
                <a:ea typeface="Calibri"/>
                <a:cs typeface="Calibri"/>
                <a:sym typeface="Calibri"/>
              </a:rPr>
              <a:t>else</a:t>
            </a:r>
            <a:endParaRPr/>
          </a:p>
          <a:p>
            <a:pPr indent="-257175" lvl="0" marL="257175" rtl="0" algn="l">
              <a:lnSpc>
                <a:spcPct val="100000"/>
              </a:lnSpc>
              <a:spcBef>
                <a:spcPts val="300"/>
              </a:spcBef>
              <a:spcAft>
                <a:spcPts val="0"/>
              </a:spcAft>
              <a:buClr>
                <a:schemeClr val="dk1"/>
              </a:buClr>
              <a:buSzPct val="100000"/>
              <a:buNone/>
            </a:pPr>
            <a:r>
              <a:rPr lang="en-US">
                <a:solidFill>
                  <a:schemeClr val="dk1"/>
                </a:solidFill>
                <a:latin typeface="Calibri"/>
                <a:ea typeface="Calibri"/>
                <a:cs typeface="Calibri"/>
                <a:sym typeface="Calibri"/>
              </a:rPr>
              <a:t>{ </a:t>
            </a:r>
            <a:endParaRPr/>
          </a:p>
          <a:p>
            <a:pPr indent="-257175" lvl="0" marL="257175" rtl="0" algn="l">
              <a:lnSpc>
                <a:spcPct val="100000"/>
              </a:lnSpc>
              <a:spcBef>
                <a:spcPts val="300"/>
              </a:spcBef>
              <a:spcAft>
                <a:spcPts val="0"/>
              </a:spcAft>
              <a:buClr>
                <a:schemeClr val="dk1"/>
              </a:buClr>
              <a:buSzPct val="100000"/>
              <a:buNone/>
            </a:pPr>
            <a:r>
              <a:rPr lang="en-US">
                <a:solidFill>
                  <a:schemeClr val="dk1"/>
                </a:solidFill>
                <a:latin typeface="Calibri"/>
                <a:ea typeface="Calibri"/>
                <a:cs typeface="Calibri"/>
                <a:sym typeface="Calibri"/>
              </a:rPr>
              <a:t>printf("\nDeleted : %d", queue[front]);</a:t>
            </a:r>
            <a:endParaRPr/>
          </a:p>
          <a:p>
            <a:pPr indent="-257175" lvl="0" marL="257175" rtl="0" algn="l">
              <a:lnSpc>
                <a:spcPct val="100000"/>
              </a:lnSpc>
              <a:spcBef>
                <a:spcPts val="300"/>
              </a:spcBef>
              <a:spcAft>
                <a:spcPts val="0"/>
              </a:spcAft>
              <a:buClr>
                <a:schemeClr val="dk1"/>
              </a:buClr>
              <a:buSzPct val="100000"/>
              <a:buNone/>
            </a:pPr>
            <a:r>
              <a:rPr lang="en-US">
                <a:solidFill>
                  <a:schemeClr val="dk1"/>
                </a:solidFill>
                <a:latin typeface="Calibri"/>
                <a:ea typeface="Calibri"/>
                <a:cs typeface="Calibri"/>
                <a:sym typeface="Calibri"/>
              </a:rPr>
              <a:t> front++;</a:t>
            </a:r>
            <a:endParaRPr/>
          </a:p>
          <a:p>
            <a:pPr indent="-257175" lvl="0" marL="257175" rtl="0" algn="l">
              <a:lnSpc>
                <a:spcPct val="100000"/>
              </a:lnSpc>
              <a:spcBef>
                <a:spcPts val="300"/>
              </a:spcBef>
              <a:spcAft>
                <a:spcPts val="0"/>
              </a:spcAft>
              <a:buClr>
                <a:schemeClr val="dk1"/>
              </a:buClr>
              <a:buSzPct val="100000"/>
              <a:buNone/>
            </a:pPr>
            <a:r>
              <a:rPr lang="en-US">
                <a:solidFill>
                  <a:schemeClr val="dk1"/>
                </a:solidFill>
                <a:latin typeface="Calibri"/>
                <a:ea typeface="Calibri"/>
                <a:cs typeface="Calibri"/>
                <a:sym typeface="Calibri"/>
              </a:rPr>
              <a:t> if(front == rear)</a:t>
            </a:r>
            <a:endParaRPr/>
          </a:p>
          <a:p>
            <a:pPr indent="-257175" lvl="0" marL="257175" rtl="0" algn="l">
              <a:lnSpc>
                <a:spcPct val="100000"/>
              </a:lnSpc>
              <a:spcBef>
                <a:spcPts val="300"/>
              </a:spcBef>
              <a:spcAft>
                <a:spcPts val="0"/>
              </a:spcAft>
              <a:buClr>
                <a:schemeClr val="dk1"/>
              </a:buClr>
              <a:buSzPct val="100000"/>
              <a:buNone/>
            </a:pPr>
            <a:r>
              <a:rPr lang="en-US">
                <a:solidFill>
                  <a:schemeClr val="dk1"/>
                </a:solidFill>
                <a:latin typeface="Calibri"/>
                <a:ea typeface="Calibri"/>
                <a:cs typeface="Calibri"/>
                <a:sym typeface="Calibri"/>
              </a:rPr>
              <a:t> front = rear = -1;</a:t>
            </a:r>
            <a:endParaRPr/>
          </a:p>
          <a:p>
            <a:pPr indent="-257175" lvl="0" marL="257175" rtl="0" algn="l">
              <a:lnSpc>
                <a:spcPct val="100000"/>
              </a:lnSpc>
              <a:spcBef>
                <a:spcPts val="300"/>
              </a:spcBef>
              <a:spcAft>
                <a:spcPts val="0"/>
              </a:spcAft>
              <a:buClr>
                <a:schemeClr val="dk1"/>
              </a:buClr>
              <a:buSzPct val="100000"/>
              <a:buNone/>
            </a:pPr>
            <a:r>
              <a:rPr lang="en-US">
                <a:solidFill>
                  <a:schemeClr val="dk1"/>
                </a:solidFill>
                <a:latin typeface="Calibri"/>
                <a:ea typeface="Calibri"/>
                <a:cs typeface="Calibri"/>
                <a:sym typeface="Calibri"/>
              </a:rPr>
              <a:t> }</a:t>
            </a:r>
            <a:endParaRPr/>
          </a:p>
          <a:p>
            <a:pPr indent="-257175" lvl="0" marL="257175" rtl="0" algn="l">
              <a:lnSpc>
                <a:spcPct val="100000"/>
              </a:lnSpc>
              <a:spcBef>
                <a:spcPts val="300"/>
              </a:spcBef>
              <a:spcAft>
                <a:spcPts val="0"/>
              </a:spcAft>
              <a:buClr>
                <a:schemeClr val="dk1"/>
              </a:buClr>
              <a:buSzPct val="100000"/>
              <a:buNone/>
            </a:pPr>
            <a:r>
              <a:rPr lang="en-US">
                <a:solidFill>
                  <a:schemeClr val="dk1"/>
                </a:solidFill>
                <a:latin typeface="Calibri"/>
                <a:ea typeface="Calibri"/>
                <a:cs typeface="Calibri"/>
                <a:sym typeface="Calibri"/>
              </a:rPr>
              <a:t> }</a:t>
            </a:r>
            <a:br>
              <a:rPr lang="en-US">
                <a:solidFill>
                  <a:schemeClr val="dk1"/>
                </a:solidFill>
                <a:latin typeface="Calibri"/>
                <a:ea typeface="Calibri"/>
                <a:cs typeface="Calibri"/>
                <a:sym typeface="Calibri"/>
              </a:rPr>
            </a:br>
            <a:endParaRPr/>
          </a:p>
        </p:txBody>
      </p:sp>
      <p:pic>
        <p:nvPicPr>
          <p:cNvPr descr="queueOps.png" id="953" name="Google Shape;953;p15"/>
          <p:cNvPicPr preferRelativeResize="0"/>
          <p:nvPr/>
        </p:nvPicPr>
        <p:blipFill rotWithShape="1">
          <a:blip r:embed="rId3">
            <a:alphaModFix/>
          </a:blip>
          <a:srcRect b="0" l="0" r="0" t="0"/>
          <a:stretch/>
        </p:blipFill>
        <p:spPr>
          <a:xfrm>
            <a:off x="5086350" y="2171700"/>
            <a:ext cx="2914650" cy="3200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300"/>
              <a:buFont typeface="Calibri"/>
              <a:buNone/>
            </a:pPr>
            <a:r>
              <a:rPr b="1" lang="en-US"/>
              <a:t>display() - Displays the elements of a Queue</a:t>
            </a:r>
            <a:endParaRPr/>
          </a:p>
        </p:txBody>
      </p:sp>
      <p:sp>
        <p:nvSpPr>
          <p:cNvPr id="959" name="Google Shape;959;p16"/>
          <p:cNvSpPr txBox="1"/>
          <p:nvPr>
            <p:ph idx="1" type="body"/>
          </p:nvPr>
        </p:nvSpPr>
        <p:spPr>
          <a:xfrm>
            <a:off x="1485900" y="2057400"/>
            <a:ext cx="5657850" cy="360045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254"/>
              </a:srgbClr>
            </a:outerShdw>
          </a:effectLst>
        </p:spPr>
        <p:txBody>
          <a:bodyPr anchorCtr="0" anchor="t" bIns="45700" lIns="91425" spcFirstLastPara="1" rIns="91425" wrap="square" tIns="45700">
            <a:normAutofit fontScale="92500"/>
          </a:bodyPr>
          <a:lstStyle/>
          <a:p>
            <a:pPr indent="-257175" lvl="0" marL="257175" rtl="0" algn="just">
              <a:lnSpc>
                <a:spcPct val="100000"/>
              </a:lnSpc>
              <a:spcBef>
                <a:spcPts val="0"/>
              </a:spcBef>
              <a:spcAft>
                <a:spcPts val="0"/>
              </a:spcAft>
              <a:buClr>
                <a:schemeClr val="dk1"/>
              </a:buClr>
              <a:buSzPct val="100000"/>
              <a:buChar char="•"/>
            </a:pPr>
            <a:r>
              <a:rPr b="1" lang="en-US">
                <a:solidFill>
                  <a:schemeClr val="dk1"/>
                </a:solidFill>
                <a:latin typeface="Calibri"/>
                <a:ea typeface="Calibri"/>
                <a:cs typeface="Calibri"/>
                <a:sym typeface="Calibri"/>
              </a:rPr>
              <a:t>Step 1:</a:t>
            </a:r>
            <a:r>
              <a:rPr lang="en-US">
                <a:solidFill>
                  <a:schemeClr val="dk1"/>
                </a:solidFill>
                <a:latin typeface="Calibri"/>
                <a:ea typeface="Calibri"/>
                <a:cs typeface="Calibri"/>
                <a:sym typeface="Calibri"/>
              </a:rPr>
              <a:t> Check whether </a:t>
            </a:r>
            <a:r>
              <a:rPr b="1" lang="en-US">
                <a:solidFill>
                  <a:schemeClr val="dk1"/>
                </a:solidFill>
                <a:latin typeface="Calibri"/>
                <a:ea typeface="Calibri"/>
                <a:cs typeface="Calibri"/>
                <a:sym typeface="Calibri"/>
              </a:rPr>
              <a:t>queue</a:t>
            </a:r>
            <a:r>
              <a:rPr lang="en-US">
                <a:solidFill>
                  <a:schemeClr val="dk1"/>
                </a:solidFill>
                <a:latin typeface="Calibri"/>
                <a:ea typeface="Calibri"/>
                <a:cs typeface="Calibri"/>
                <a:sym typeface="Calibri"/>
              </a:rPr>
              <a:t> is </a:t>
            </a:r>
            <a:r>
              <a:rPr b="1" lang="en-US">
                <a:solidFill>
                  <a:schemeClr val="dk1"/>
                </a:solidFill>
                <a:latin typeface="Calibri"/>
                <a:ea typeface="Calibri"/>
                <a:cs typeface="Calibri"/>
                <a:sym typeface="Calibri"/>
              </a:rPr>
              <a:t>EMPTY</a:t>
            </a:r>
            <a:r>
              <a:rPr lang="en-US">
                <a:solidFill>
                  <a:schemeClr val="dk1"/>
                </a:solidFill>
                <a:latin typeface="Calibri"/>
                <a:ea typeface="Calibri"/>
                <a:cs typeface="Calibri"/>
                <a:sym typeface="Calibri"/>
              </a:rPr>
              <a:t>. (</a:t>
            </a:r>
            <a:r>
              <a:rPr b="1" lang="en-US">
                <a:solidFill>
                  <a:schemeClr val="dk1"/>
                </a:solidFill>
                <a:latin typeface="Calibri"/>
                <a:ea typeface="Calibri"/>
                <a:cs typeface="Calibri"/>
                <a:sym typeface="Calibri"/>
              </a:rPr>
              <a:t>front == rear</a:t>
            </a:r>
            <a:r>
              <a:rPr lang="en-US">
                <a:solidFill>
                  <a:schemeClr val="dk1"/>
                </a:solidFill>
                <a:latin typeface="Calibri"/>
                <a:ea typeface="Calibri"/>
                <a:cs typeface="Calibri"/>
                <a:sym typeface="Calibri"/>
              </a:rPr>
              <a:t>)</a:t>
            </a:r>
            <a:endParaRPr/>
          </a:p>
          <a:p>
            <a:pPr indent="-257175" lvl="0" marL="257175" rtl="0" algn="just">
              <a:lnSpc>
                <a:spcPct val="100000"/>
              </a:lnSpc>
              <a:spcBef>
                <a:spcPts val="444"/>
              </a:spcBef>
              <a:spcAft>
                <a:spcPts val="0"/>
              </a:spcAft>
              <a:buClr>
                <a:schemeClr val="dk1"/>
              </a:buClr>
              <a:buSzPct val="100000"/>
              <a:buChar char="•"/>
            </a:pPr>
            <a:r>
              <a:rPr b="1" lang="en-US">
                <a:solidFill>
                  <a:schemeClr val="dk1"/>
                </a:solidFill>
                <a:latin typeface="Calibri"/>
                <a:ea typeface="Calibri"/>
                <a:cs typeface="Calibri"/>
                <a:sym typeface="Calibri"/>
              </a:rPr>
              <a:t>Step 2:</a:t>
            </a:r>
            <a:r>
              <a:rPr lang="en-US">
                <a:solidFill>
                  <a:schemeClr val="dk1"/>
                </a:solidFill>
                <a:latin typeface="Calibri"/>
                <a:ea typeface="Calibri"/>
                <a:cs typeface="Calibri"/>
                <a:sym typeface="Calibri"/>
              </a:rPr>
              <a:t> If it is </a:t>
            </a:r>
            <a:r>
              <a:rPr b="1" lang="en-US">
                <a:solidFill>
                  <a:schemeClr val="dk1"/>
                </a:solidFill>
                <a:latin typeface="Calibri"/>
                <a:ea typeface="Calibri"/>
                <a:cs typeface="Calibri"/>
                <a:sym typeface="Calibri"/>
              </a:rPr>
              <a:t>EMPTY</a:t>
            </a:r>
            <a:r>
              <a:rPr lang="en-US">
                <a:solidFill>
                  <a:schemeClr val="dk1"/>
                </a:solidFill>
                <a:latin typeface="Calibri"/>
                <a:ea typeface="Calibri"/>
                <a:cs typeface="Calibri"/>
                <a:sym typeface="Calibri"/>
              </a:rPr>
              <a:t>, then display </a:t>
            </a:r>
            <a:r>
              <a:rPr b="1" lang="en-US">
                <a:solidFill>
                  <a:schemeClr val="dk1"/>
                </a:solidFill>
                <a:latin typeface="Calibri"/>
                <a:ea typeface="Calibri"/>
                <a:cs typeface="Calibri"/>
                <a:sym typeface="Calibri"/>
              </a:rPr>
              <a:t>"Queue is EMPTY!!!"</a:t>
            </a:r>
            <a:r>
              <a:rPr lang="en-US">
                <a:solidFill>
                  <a:schemeClr val="dk1"/>
                </a:solidFill>
                <a:latin typeface="Calibri"/>
                <a:ea typeface="Calibri"/>
                <a:cs typeface="Calibri"/>
                <a:sym typeface="Calibri"/>
              </a:rPr>
              <a:t> and terminate the function.</a:t>
            </a:r>
            <a:endParaRPr/>
          </a:p>
          <a:p>
            <a:pPr indent="-257175" lvl="0" marL="257175" rtl="0" algn="just">
              <a:lnSpc>
                <a:spcPct val="100000"/>
              </a:lnSpc>
              <a:spcBef>
                <a:spcPts val="444"/>
              </a:spcBef>
              <a:spcAft>
                <a:spcPts val="0"/>
              </a:spcAft>
              <a:buClr>
                <a:schemeClr val="dk1"/>
              </a:buClr>
              <a:buSzPct val="100000"/>
              <a:buChar char="•"/>
            </a:pPr>
            <a:r>
              <a:rPr b="1" lang="en-US">
                <a:solidFill>
                  <a:schemeClr val="dk1"/>
                </a:solidFill>
                <a:latin typeface="Calibri"/>
                <a:ea typeface="Calibri"/>
                <a:cs typeface="Calibri"/>
                <a:sym typeface="Calibri"/>
              </a:rPr>
              <a:t>Step 3:</a:t>
            </a:r>
            <a:r>
              <a:rPr lang="en-US">
                <a:solidFill>
                  <a:schemeClr val="dk1"/>
                </a:solidFill>
                <a:latin typeface="Calibri"/>
                <a:ea typeface="Calibri"/>
                <a:cs typeface="Calibri"/>
                <a:sym typeface="Calibri"/>
              </a:rPr>
              <a:t> If it is </a:t>
            </a:r>
            <a:r>
              <a:rPr b="1" lang="en-US">
                <a:solidFill>
                  <a:schemeClr val="dk1"/>
                </a:solidFill>
                <a:latin typeface="Calibri"/>
                <a:ea typeface="Calibri"/>
                <a:cs typeface="Calibri"/>
                <a:sym typeface="Calibri"/>
              </a:rPr>
              <a:t>NOT EMPTY</a:t>
            </a:r>
            <a:r>
              <a:rPr lang="en-US">
                <a:solidFill>
                  <a:schemeClr val="dk1"/>
                </a:solidFill>
                <a:latin typeface="Calibri"/>
                <a:ea typeface="Calibri"/>
                <a:cs typeface="Calibri"/>
                <a:sym typeface="Calibri"/>
              </a:rPr>
              <a:t>, then define an integer variable '</a:t>
            </a:r>
            <a:r>
              <a:rPr b="1" lang="en-US">
                <a:solidFill>
                  <a:schemeClr val="dk1"/>
                </a:solidFill>
                <a:latin typeface="Calibri"/>
                <a:ea typeface="Calibri"/>
                <a:cs typeface="Calibri"/>
                <a:sym typeface="Calibri"/>
              </a:rPr>
              <a:t>i</a:t>
            </a:r>
            <a:r>
              <a:rPr lang="en-US">
                <a:solidFill>
                  <a:schemeClr val="dk1"/>
                </a:solidFill>
                <a:latin typeface="Calibri"/>
                <a:ea typeface="Calibri"/>
                <a:cs typeface="Calibri"/>
                <a:sym typeface="Calibri"/>
              </a:rPr>
              <a:t>' and set '</a:t>
            </a:r>
            <a:r>
              <a:rPr b="1" lang="en-US">
                <a:solidFill>
                  <a:schemeClr val="dk1"/>
                </a:solidFill>
                <a:latin typeface="Calibri"/>
                <a:ea typeface="Calibri"/>
                <a:cs typeface="Calibri"/>
                <a:sym typeface="Calibri"/>
              </a:rPr>
              <a:t>i</a:t>
            </a:r>
            <a:r>
              <a:rPr lang="en-US">
                <a:solidFill>
                  <a:schemeClr val="dk1"/>
                </a:solidFill>
                <a:latin typeface="Calibri"/>
                <a:ea typeface="Calibri"/>
                <a:cs typeface="Calibri"/>
                <a:sym typeface="Calibri"/>
              </a:rPr>
              <a:t> = </a:t>
            </a:r>
            <a:r>
              <a:rPr b="1" lang="en-US">
                <a:solidFill>
                  <a:schemeClr val="dk1"/>
                </a:solidFill>
                <a:latin typeface="Calibri"/>
                <a:ea typeface="Calibri"/>
                <a:cs typeface="Calibri"/>
                <a:sym typeface="Calibri"/>
              </a:rPr>
              <a:t>front</a:t>
            </a:r>
            <a:r>
              <a:rPr lang="en-US">
                <a:solidFill>
                  <a:schemeClr val="dk1"/>
                </a:solidFill>
                <a:latin typeface="Calibri"/>
                <a:ea typeface="Calibri"/>
                <a:cs typeface="Calibri"/>
                <a:sym typeface="Calibri"/>
              </a:rPr>
              <a:t>'.</a:t>
            </a:r>
            <a:endParaRPr/>
          </a:p>
          <a:p>
            <a:pPr indent="-257175" lvl="0" marL="257175" rtl="0" algn="just">
              <a:lnSpc>
                <a:spcPct val="100000"/>
              </a:lnSpc>
              <a:spcBef>
                <a:spcPts val="444"/>
              </a:spcBef>
              <a:spcAft>
                <a:spcPts val="0"/>
              </a:spcAft>
              <a:buClr>
                <a:schemeClr val="dk1"/>
              </a:buClr>
              <a:buSzPct val="100000"/>
              <a:buChar char="•"/>
            </a:pPr>
            <a:r>
              <a:rPr b="1" lang="en-US">
                <a:solidFill>
                  <a:schemeClr val="dk1"/>
                </a:solidFill>
                <a:latin typeface="Calibri"/>
                <a:ea typeface="Calibri"/>
                <a:cs typeface="Calibri"/>
                <a:sym typeface="Calibri"/>
              </a:rPr>
              <a:t>Step 3:</a:t>
            </a:r>
            <a:r>
              <a:rPr lang="en-US">
                <a:solidFill>
                  <a:schemeClr val="dk1"/>
                </a:solidFill>
                <a:latin typeface="Calibri"/>
                <a:ea typeface="Calibri"/>
                <a:cs typeface="Calibri"/>
                <a:sym typeface="Calibri"/>
              </a:rPr>
              <a:t> Display '</a:t>
            </a:r>
            <a:r>
              <a:rPr b="1" lang="en-US">
                <a:solidFill>
                  <a:schemeClr val="dk1"/>
                </a:solidFill>
                <a:latin typeface="Calibri"/>
                <a:ea typeface="Calibri"/>
                <a:cs typeface="Calibri"/>
                <a:sym typeface="Calibri"/>
              </a:rPr>
              <a:t>queue[i]</a:t>
            </a:r>
            <a:r>
              <a:rPr lang="en-US">
                <a:solidFill>
                  <a:schemeClr val="dk1"/>
                </a:solidFill>
                <a:latin typeface="Calibri"/>
                <a:ea typeface="Calibri"/>
                <a:cs typeface="Calibri"/>
                <a:sym typeface="Calibri"/>
              </a:rPr>
              <a:t>' value and increment '</a:t>
            </a:r>
            <a:r>
              <a:rPr b="1" lang="en-US">
                <a:solidFill>
                  <a:schemeClr val="dk1"/>
                </a:solidFill>
                <a:latin typeface="Calibri"/>
                <a:ea typeface="Calibri"/>
                <a:cs typeface="Calibri"/>
                <a:sym typeface="Calibri"/>
              </a:rPr>
              <a:t>i</a:t>
            </a:r>
            <a:r>
              <a:rPr lang="en-US">
                <a:solidFill>
                  <a:schemeClr val="dk1"/>
                </a:solidFill>
                <a:latin typeface="Calibri"/>
                <a:ea typeface="Calibri"/>
                <a:cs typeface="Calibri"/>
                <a:sym typeface="Calibri"/>
              </a:rPr>
              <a:t>' value by one (</a:t>
            </a:r>
            <a:r>
              <a:rPr b="1" lang="en-US">
                <a:solidFill>
                  <a:schemeClr val="dk1"/>
                </a:solidFill>
                <a:latin typeface="Calibri"/>
                <a:ea typeface="Calibri"/>
                <a:cs typeface="Calibri"/>
                <a:sym typeface="Calibri"/>
              </a:rPr>
              <a:t>i++</a:t>
            </a:r>
            <a:r>
              <a:rPr lang="en-US">
                <a:solidFill>
                  <a:schemeClr val="dk1"/>
                </a:solidFill>
                <a:latin typeface="Calibri"/>
                <a:ea typeface="Calibri"/>
                <a:cs typeface="Calibri"/>
                <a:sym typeface="Calibri"/>
              </a:rPr>
              <a:t>). Repeat the same until '</a:t>
            </a:r>
            <a:r>
              <a:rPr b="1" lang="en-US">
                <a:solidFill>
                  <a:schemeClr val="dk1"/>
                </a:solidFill>
                <a:latin typeface="Calibri"/>
                <a:ea typeface="Calibri"/>
                <a:cs typeface="Calibri"/>
                <a:sym typeface="Calibri"/>
              </a:rPr>
              <a:t>i</a:t>
            </a:r>
            <a:r>
              <a:rPr lang="en-US">
                <a:solidFill>
                  <a:schemeClr val="dk1"/>
                </a:solidFill>
                <a:latin typeface="Calibri"/>
                <a:ea typeface="Calibri"/>
                <a:cs typeface="Calibri"/>
                <a:sym typeface="Calibri"/>
              </a:rPr>
              <a:t>' value is equal to </a:t>
            </a:r>
            <a:r>
              <a:rPr b="1" lang="en-US">
                <a:solidFill>
                  <a:schemeClr val="dk1"/>
                </a:solidFill>
                <a:latin typeface="Calibri"/>
                <a:ea typeface="Calibri"/>
                <a:cs typeface="Calibri"/>
                <a:sym typeface="Calibri"/>
              </a:rPr>
              <a:t>rear</a:t>
            </a:r>
            <a:r>
              <a:rPr lang="en-US">
                <a:solidFill>
                  <a:schemeClr val="dk1"/>
                </a:solidFill>
                <a:latin typeface="Calibri"/>
                <a:ea typeface="Calibri"/>
                <a:cs typeface="Calibri"/>
                <a:sym typeface="Calibri"/>
              </a:rPr>
              <a:t> (</a:t>
            </a:r>
            <a:r>
              <a:rPr b="1" lang="en-US">
                <a:solidFill>
                  <a:schemeClr val="dk1"/>
                </a:solidFill>
                <a:latin typeface="Calibri"/>
                <a:ea typeface="Calibri"/>
                <a:cs typeface="Calibri"/>
                <a:sym typeface="Calibri"/>
              </a:rPr>
              <a:t>i</a:t>
            </a:r>
            <a:r>
              <a:rPr lang="en-US">
                <a:solidFill>
                  <a:schemeClr val="dk1"/>
                </a:solidFill>
                <a:latin typeface="Calibri"/>
                <a:ea typeface="Calibri"/>
                <a:cs typeface="Calibri"/>
                <a:sym typeface="Calibri"/>
              </a:rPr>
              <a:t> &lt;= </a:t>
            </a:r>
            <a:r>
              <a:rPr b="1" lang="en-US">
                <a:solidFill>
                  <a:schemeClr val="dk1"/>
                </a:solidFill>
                <a:latin typeface="Calibri"/>
                <a:ea typeface="Calibri"/>
                <a:cs typeface="Calibri"/>
                <a:sym typeface="Calibri"/>
              </a:rPr>
              <a:t>rear</a:t>
            </a:r>
            <a:r>
              <a:rPr lang="en-US">
                <a:solidFill>
                  <a:schemeClr val="dk1"/>
                </a:solidFill>
                <a:latin typeface="Calibri"/>
                <a:ea typeface="Calibri"/>
                <a:cs typeface="Calibri"/>
                <a:sym typeface="Calibri"/>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300"/>
              <a:buFont typeface="Calibri"/>
              <a:buNone/>
            </a:pPr>
            <a:r>
              <a:rPr lang="en-US"/>
              <a:t>Queue Display </a:t>
            </a:r>
            <a:endParaRPr/>
          </a:p>
        </p:txBody>
      </p:sp>
      <p:sp>
        <p:nvSpPr>
          <p:cNvPr id="965" name="Google Shape;965;p17"/>
          <p:cNvSpPr txBox="1"/>
          <p:nvPr>
            <p:ph idx="1" type="body"/>
          </p:nvPr>
        </p:nvSpPr>
        <p:spPr>
          <a:xfrm>
            <a:off x="1314450" y="2057401"/>
            <a:ext cx="5257800" cy="337185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254"/>
              </a:srgbClr>
            </a:outerShdw>
          </a:effectLst>
        </p:spPr>
        <p:txBody>
          <a:bodyPr anchorCtr="0" anchor="t" bIns="45700" lIns="91425" spcFirstLastPara="1" rIns="91425" wrap="square" tIns="45700">
            <a:normAutofit fontScale="77500" lnSpcReduction="20000"/>
          </a:bodyPr>
          <a:lstStyle/>
          <a:p>
            <a:pPr indent="-257175" lvl="0" marL="257175" rtl="0" algn="l">
              <a:lnSpc>
                <a:spcPct val="100000"/>
              </a:lnSpc>
              <a:spcBef>
                <a:spcPts val="0"/>
              </a:spcBef>
              <a:spcAft>
                <a:spcPts val="0"/>
              </a:spcAft>
              <a:buClr>
                <a:schemeClr val="dk1"/>
              </a:buClr>
              <a:buSzPct val="100000"/>
              <a:buNone/>
            </a:pPr>
            <a:r>
              <a:rPr lang="en-US">
                <a:solidFill>
                  <a:schemeClr val="dk1"/>
                </a:solidFill>
                <a:latin typeface="Calibri"/>
                <a:ea typeface="Calibri"/>
                <a:cs typeface="Calibri"/>
                <a:sym typeface="Calibri"/>
              </a:rPr>
              <a:t>void display()</a:t>
            </a:r>
            <a:endParaRPr/>
          </a:p>
          <a:p>
            <a:pPr indent="-257175" lvl="0" marL="257175" rtl="0" algn="l">
              <a:lnSpc>
                <a:spcPct val="100000"/>
              </a:lnSpc>
              <a:spcBef>
                <a:spcPts val="372"/>
              </a:spcBef>
              <a:spcAft>
                <a:spcPts val="0"/>
              </a:spcAft>
              <a:buClr>
                <a:schemeClr val="dk1"/>
              </a:buClr>
              <a:buSzPct val="100000"/>
              <a:buNone/>
            </a:pPr>
            <a:r>
              <a:rPr lang="en-US">
                <a:solidFill>
                  <a:schemeClr val="dk1"/>
                </a:solidFill>
                <a:latin typeface="Calibri"/>
                <a:ea typeface="Calibri"/>
                <a:cs typeface="Calibri"/>
                <a:sym typeface="Calibri"/>
              </a:rPr>
              <a:t>{ </a:t>
            </a:r>
            <a:endParaRPr/>
          </a:p>
          <a:p>
            <a:pPr indent="-257175" lvl="0" marL="257175" rtl="0" algn="l">
              <a:lnSpc>
                <a:spcPct val="100000"/>
              </a:lnSpc>
              <a:spcBef>
                <a:spcPts val="372"/>
              </a:spcBef>
              <a:spcAft>
                <a:spcPts val="0"/>
              </a:spcAft>
              <a:buClr>
                <a:schemeClr val="dk1"/>
              </a:buClr>
              <a:buSzPct val="100000"/>
              <a:buNone/>
            </a:pPr>
            <a:r>
              <a:rPr lang="en-US">
                <a:solidFill>
                  <a:schemeClr val="dk1"/>
                </a:solidFill>
                <a:latin typeface="Calibri"/>
                <a:ea typeface="Calibri"/>
                <a:cs typeface="Calibri"/>
                <a:sym typeface="Calibri"/>
              </a:rPr>
              <a:t>if(rear == -1) </a:t>
            </a:r>
            <a:endParaRPr/>
          </a:p>
          <a:p>
            <a:pPr indent="-257175" lvl="0" marL="257175" rtl="0" algn="l">
              <a:lnSpc>
                <a:spcPct val="100000"/>
              </a:lnSpc>
              <a:spcBef>
                <a:spcPts val="372"/>
              </a:spcBef>
              <a:spcAft>
                <a:spcPts val="0"/>
              </a:spcAft>
              <a:buClr>
                <a:schemeClr val="dk1"/>
              </a:buClr>
              <a:buSzPct val="100000"/>
              <a:buNone/>
            </a:pPr>
            <a:r>
              <a:rPr lang="en-US">
                <a:solidFill>
                  <a:schemeClr val="dk1"/>
                </a:solidFill>
                <a:latin typeface="Calibri"/>
                <a:ea typeface="Calibri"/>
                <a:cs typeface="Calibri"/>
                <a:sym typeface="Calibri"/>
              </a:rPr>
              <a:t>printf("\nQueue is Empty!!!"); </a:t>
            </a:r>
            <a:endParaRPr/>
          </a:p>
          <a:p>
            <a:pPr indent="-257175" lvl="0" marL="257175" rtl="0" algn="l">
              <a:lnSpc>
                <a:spcPct val="100000"/>
              </a:lnSpc>
              <a:spcBef>
                <a:spcPts val="372"/>
              </a:spcBef>
              <a:spcAft>
                <a:spcPts val="0"/>
              </a:spcAft>
              <a:buClr>
                <a:schemeClr val="dk1"/>
              </a:buClr>
              <a:buSzPct val="100000"/>
              <a:buNone/>
            </a:pPr>
            <a:r>
              <a:rPr lang="en-US">
                <a:solidFill>
                  <a:schemeClr val="dk1"/>
                </a:solidFill>
                <a:latin typeface="Calibri"/>
                <a:ea typeface="Calibri"/>
                <a:cs typeface="Calibri"/>
                <a:sym typeface="Calibri"/>
              </a:rPr>
              <a:t>Else</a:t>
            </a:r>
            <a:endParaRPr/>
          </a:p>
          <a:p>
            <a:pPr indent="-257175" lvl="0" marL="257175" rtl="0" algn="l">
              <a:lnSpc>
                <a:spcPct val="100000"/>
              </a:lnSpc>
              <a:spcBef>
                <a:spcPts val="372"/>
              </a:spcBef>
              <a:spcAft>
                <a:spcPts val="0"/>
              </a:spcAft>
              <a:buClr>
                <a:schemeClr val="dk1"/>
              </a:buClr>
              <a:buSzPct val="100000"/>
              <a:buNone/>
            </a:pPr>
            <a:r>
              <a:rPr lang="en-US">
                <a:solidFill>
                  <a:schemeClr val="dk1"/>
                </a:solidFill>
                <a:latin typeface="Calibri"/>
                <a:ea typeface="Calibri"/>
                <a:cs typeface="Calibri"/>
                <a:sym typeface="Calibri"/>
              </a:rPr>
              <a:t>{ </a:t>
            </a:r>
            <a:endParaRPr/>
          </a:p>
          <a:p>
            <a:pPr indent="-257175" lvl="0" marL="257175" rtl="0" algn="l">
              <a:lnSpc>
                <a:spcPct val="100000"/>
              </a:lnSpc>
              <a:spcBef>
                <a:spcPts val="372"/>
              </a:spcBef>
              <a:spcAft>
                <a:spcPts val="0"/>
              </a:spcAft>
              <a:buClr>
                <a:schemeClr val="dk1"/>
              </a:buClr>
              <a:buSzPct val="100000"/>
              <a:buNone/>
            </a:pPr>
            <a:r>
              <a:rPr lang="en-US">
                <a:solidFill>
                  <a:schemeClr val="dk1"/>
                </a:solidFill>
                <a:latin typeface="Calibri"/>
                <a:ea typeface="Calibri"/>
                <a:cs typeface="Calibri"/>
                <a:sym typeface="Calibri"/>
              </a:rPr>
              <a:t>int i; </a:t>
            </a:r>
            <a:endParaRPr/>
          </a:p>
          <a:p>
            <a:pPr indent="-257175" lvl="0" marL="257175" rtl="0" algn="l">
              <a:lnSpc>
                <a:spcPct val="100000"/>
              </a:lnSpc>
              <a:spcBef>
                <a:spcPts val="372"/>
              </a:spcBef>
              <a:spcAft>
                <a:spcPts val="0"/>
              </a:spcAft>
              <a:buClr>
                <a:schemeClr val="dk1"/>
              </a:buClr>
              <a:buSzPct val="100000"/>
              <a:buNone/>
            </a:pPr>
            <a:r>
              <a:rPr lang="en-US">
                <a:solidFill>
                  <a:schemeClr val="dk1"/>
                </a:solidFill>
                <a:latin typeface="Calibri"/>
                <a:ea typeface="Calibri"/>
                <a:cs typeface="Calibri"/>
                <a:sym typeface="Calibri"/>
              </a:rPr>
              <a:t>printf("\nQueue elements are:\n");</a:t>
            </a:r>
            <a:endParaRPr/>
          </a:p>
          <a:p>
            <a:pPr indent="-257175" lvl="0" marL="257175" rtl="0" algn="l">
              <a:lnSpc>
                <a:spcPct val="100000"/>
              </a:lnSpc>
              <a:spcBef>
                <a:spcPts val="372"/>
              </a:spcBef>
              <a:spcAft>
                <a:spcPts val="0"/>
              </a:spcAft>
              <a:buClr>
                <a:schemeClr val="dk1"/>
              </a:buClr>
              <a:buSzPct val="100000"/>
              <a:buNone/>
            </a:pPr>
            <a:r>
              <a:rPr lang="en-US">
                <a:solidFill>
                  <a:schemeClr val="dk1"/>
                </a:solidFill>
                <a:latin typeface="Calibri"/>
                <a:ea typeface="Calibri"/>
                <a:cs typeface="Calibri"/>
                <a:sym typeface="Calibri"/>
              </a:rPr>
              <a:t> for(i=front; i&lt;=rear; i++) printf("%d\t",queue[i]);</a:t>
            </a:r>
            <a:endParaRPr/>
          </a:p>
          <a:p>
            <a:pPr indent="-257175" lvl="0" marL="257175" rtl="0" algn="l">
              <a:lnSpc>
                <a:spcPct val="100000"/>
              </a:lnSpc>
              <a:spcBef>
                <a:spcPts val="372"/>
              </a:spcBef>
              <a:spcAft>
                <a:spcPts val="0"/>
              </a:spcAft>
              <a:buClr>
                <a:schemeClr val="dk1"/>
              </a:buClr>
              <a:buSzPct val="100000"/>
              <a:buNone/>
            </a:pPr>
            <a:r>
              <a:rPr lang="en-US">
                <a:solidFill>
                  <a:schemeClr val="dk1"/>
                </a:solidFill>
                <a:latin typeface="Calibri"/>
                <a:ea typeface="Calibri"/>
                <a:cs typeface="Calibri"/>
                <a:sym typeface="Calibri"/>
              </a:rPr>
              <a:t> }</a:t>
            </a:r>
            <a:endParaRPr/>
          </a:p>
          <a:p>
            <a:pPr indent="-257175" lvl="0" marL="257175" rtl="0" algn="l">
              <a:lnSpc>
                <a:spcPct val="100000"/>
              </a:lnSpc>
              <a:spcBef>
                <a:spcPts val="372"/>
              </a:spcBef>
              <a:spcAft>
                <a:spcPts val="0"/>
              </a:spcAft>
              <a:buClr>
                <a:schemeClr val="dk1"/>
              </a:buClr>
              <a:buSzPct val="100000"/>
              <a:buNone/>
            </a:pPr>
            <a:r>
              <a:rPr lang="en-US">
                <a:solidFill>
                  <a:schemeClr val="dk1"/>
                </a:solidFill>
                <a:latin typeface="Calibri"/>
                <a:ea typeface="Calibri"/>
                <a:cs typeface="Calibri"/>
                <a:sym typeface="Calibri"/>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8"/>
          <p:cNvSpPr txBox="1"/>
          <p:nvPr>
            <p:ph type="title"/>
          </p:nvPr>
        </p:nvSpPr>
        <p:spPr>
          <a:xfrm>
            <a:off x="1544955" y="439280"/>
            <a:ext cx="5604510" cy="517449"/>
          </a:xfrm>
          <a:prstGeom prst="rect">
            <a:avLst/>
          </a:prstGeom>
          <a:noFill/>
          <a:ln>
            <a:noFill/>
          </a:ln>
        </p:spPr>
        <p:txBody>
          <a:bodyPr anchorCtr="0" anchor="ctr" bIns="0" lIns="0" spcFirstLastPara="1" rIns="0" wrap="square" tIns="9525">
            <a:spAutoFit/>
          </a:bodyPr>
          <a:lstStyle/>
          <a:p>
            <a:pPr indent="0" lvl="0" marL="9525" rtl="0" algn="ctr">
              <a:lnSpc>
                <a:spcPct val="100000"/>
              </a:lnSpc>
              <a:spcBef>
                <a:spcPts val="0"/>
              </a:spcBef>
              <a:spcAft>
                <a:spcPts val="0"/>
              </a:spcAft>
              <a:buClr>
                <a:schemeClr val="dk1"/>
              </a:buClr>
              <a:buSzPts val="3300"/>
              <a:buFont typeface="Calibri"/>
              <a:buNone/>
            </a:pPr>
            <a:r>
              <a:rPr lang="en-US">
                <a:latin typeface="Calibri"/>
                <a:ea typeface="Calibri"/>
                <a:cs typeface="Calibri"/>
                <a:sym typeface="Calibri"/>
              </a:rPr>
              <a:t>Array Implementation of Queues</a:t>
            </a:r>
            <a:endParaRPr>
              <a:latin typeface="Calibri"/>
              <a:ea typeface="Calibri"/>
              <a:cs typeface="Calibri"/>
              <a:sym typeface="Calibri"/>
            </a:endParaRPr>
          </a:p>
        </p:txBody>
      </p:sp>
      <p:sp>
        <p:nvSpPr>
          <p:cNvPr id="971" name="Google Shape;971;p18"/>
          <p:cNvSpPr txBox="1"/>
          <p:nvPr/>
        </p:nvSpPr>
        <p:spPr>
          <a:xfrm>
            <a:off x="1544955" y="1861947"/>
            <a:ext cx="5864543" cy="3197510"/>
          </a:xfrm>
          <a:prstGeom prst="rect">
            <a:avLst/>
          </a:prstGeom>
          <a:noFill/>
          <a:ln>
            <a:noFill/>
          </a:ln>
        </p:spPr>
        <p:txBody>
          <a:bodyPr anchorCtr="0" anchor="t" bIns="0" lIns="0" spcFirstLastPara="1" rIns="0" wrap="square" tIns="25225">
            <a:spAutoFit/>
          </a:bodyPr>
          <a:lstStyle/>
          <a:p>
            <a:pPr indent="-257175" lvl="0" marL="266700" marR="575310" rtl="0" algn="l">
              <a:lnSpc>
                <a:spcPct val="118458"/>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Queue can be implemented using a one-  dimensional array.</a:t>
            </a:r>
            <a:endParaRPr b="0" i="0" sz="2400" u="none" cap="none" strike="noStrike">
              <a:solidFill>
                <a:srgbClr val="000000"/>
              </a:solidFill>
              <a:latin typeface="Calibri"/>
              <a:ea typeface="Calibri"/>
              <a:cs typeface="Calibri"/>
              <a:sym typeface="Calibri"/>
            </a:endParaRPr>
          </a:p>
          <a:p>
            <a:pPr indent="-257175" lvl="0" marL="266700" marR="0" rtl="0" algn="l">
              <a:lnSpc>
                <a:spcPct val="100000"/>
              </a:lnSpc>
              <a:spcBef>
                <a:spcPts val="491"/>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We need to keep track of 2 variables: </a:t>
            </a:r>
            <a:r>
              <a:rPr b="0" i="1" lang="en-US" sz="2400" u="none" cap="none" strike="noStrike">
                <a:solidFill>
                  <a:srgbClr val="000000"/>
                </a:solidFill>
                <a:latin typeface="Calibri"/>
                <a:ea typeface="Calibri"/>
                <a:cs typeface="Calibri"/>
                <a:sym typeface="Calibri"/>
              </a:rPr>
              <a:t>front</a:t>
            </a:r>
            <a:endParaRPr b="0" i="0" sz="2400" u="none" cap="none" strike="noStrike">
              <a:solidFill>
                <a:srgbClr val="000000"/>
              </a:solidFill>
              <a:latin typeface="Calibri"/>
              <a:ea typeface="Calibri"/>
              <a:cs typeface="Calibri"/>
              <a:sym typeface="Calibri"/>
            </a:endParaRPr>
          </a:p>
          <a:p>
            <a:pPr indent="0" lvl="0" marL="266700" marR="0" rtl="0" algn="l">
              <a:lnSpc>
                <a:spcPct val="100000"/>
              </a:lnSpc>
              <a:spcBef>
                <a:spcPts val="53"/>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and </a:t>
            </a:r>
            <a:r>
              <a:rPr b="0" i="1" lang="en-US" sz="2400" u="none" cap="none" strike="noStrike">
                <a:solidFill>
                  <a:srgbClr val="000000"/>
                </a:solidFill>
                <a:latin typeface="Calibri"/>
                <a:ea typeface="Calibri"/>
                <a:cs typeface="Calibri"/>
                <a:sym typeface="Calibri"/>
              </a:rPr>
              <a:t>rear</a:t>
            </a:r>
            <a:endParaRPr b="0" i="0" sz="2400" u="none" cap="none" strike="noStrike">
              <a:solidFill>
                <a:srgbClr val="000000"/>
              </a:solidFill>
              <a:latin typeface="Calibri"/>
              <a:ea typeface="Calibri"/>
              <a:cs typeface="Calibri"/>
              <a:sym typeface="Calibri"/>
            </a:endParaRPr>
          </a:p>
          <a:p>
            <a:pPr indent="-257175" lvl="0" marL="266700" marR="3810" rtl="0" algn="l">
              <a:lnSpc>
                <a:spcPct val="119375"/>
              </a:lnSpc>
              <a:spcBef>
                <a:spcPts val="668"/>
              </a:spcBef>
              <a:spcAft>
                <a:spcPts val="0"/>
              </a:spcAft>
              <a:buClr>
                <a:srgbClr val="000000"/>
              </a:buClr>
              <a:buSzPts val="2400"/>
              <a:buFont typeface="Arial"/>
              <a:buChar char="•"/>
            </a:pPr>
            <a:r>
              <a:rPr b="0" i="1" lang="en-US" sz="2400" u="none" cap="none" strike="noStrike">
                <a:solidFill>
                  <a:srgbClr val="000000"/>
                </a:solidFill>
                <a:latin typeface="Calibri"/>
                <a:ea typeface="Calibri"/>
                <a:cs typeface="Calibri"/>
                <a:sym typeface="Calibri"/>
              </a:rPr>
              <a:t>front </a:t>
            </a:r>
            <a:r>
              <a:rPr b="0" i="0" lang="en-US" sz="2400" u="none" cap="none" strike="noStrike">
                <a:solidFill>
                  <a:srgbClr val="000000"/>
                </a:solidFill>
                <a:latin typeface="Calibri"/>
                <a:ea typeface="Calibri"/>
                <a:cs typeface="Calibri"/>
                <a:sym typeface="Calibri"/>
              </a:rPr>
              <a:t>is the index in which the first element is  present</a:t>
            </a:r>
            <a:endParaRPr b="0" i="0" sz="2400" u="none" cap="none" strike="noStrike">
              <a:solidFill>
                <a:srgbClr val="000000"/>
              </a:solidFill>
              <a:latin typeface="Calibri"/>
              <a:ea typeface="Calibri"/>
              <a:cs typeface="Calibri"/>
              <a:sym typeface="Calibri"/>
            </a:endParaRPr>
          </a:p>
          <a:p>
            <a:pPr indent="-257175" lvl="0" marL="266700" marR="149066" rtl="0" algn="l">
              <a:lnSpc>
                <a:spcPct val="101899"/>
              </a:lnSpc>
              <a:spcBef>
                <a:spcPts val="405"/>
              </a:spcBef>
              <a:spcAft>
                <a:spcPts val="0"/>
              </a:spcAft>
              <a:buClr>
                <a:srgbClr val="000000"/>
              </a:buClr>
              <a:buSzPts val="2400"/>
              <a:buFont typeface="Arial"/>
              <a:buChar char="•"/>
            </a:pPr>
            <a:r>
              <a:rPr b="0" i="1" lang="en-US" sz="2400" u="none" cap="none" strike="noStrike">
                <a:solidFill>
                  <a:srgbClr val="000000"/>
                </a:solidFill>
                <a:latin typeface="Calibri"/>
                <a:ea typeface="Calibri"/>
                <a:cs typeface="Calibri"/>
                <a:sym typeface="Calibri"/>
              </a:rPr>
              <a:t>rear </a:t>
            </a:r>
            <a:r>
              <a:rPr b="0" i="0" lang="en-US" sz="2400" u="none" cap="none" strike="noStrike">
                <a:solidFill>
                  <a:srgbClr val="000000"/>
                </a:solidFill>
                <a:latin typeface="Calibri"/>
                <a:ea typeface="Calibri"/>
                <a:cs typeface="Calibri"/>
                <a:sym typeface="Calibri"/>
              </a:rPr>
              <a:t>is the index in which the last element is  present</a:t>
            </a:r>
            <a:endParaRPr b="0" i="0" sz="2400" u="none" cap="none" strike="noStrike">
              <a:solidFill>
                <a:srgbClr val="000000"/>
              </a:solidFill>
              <a:latin typeface="Calibri"/>
              <a:ea typeface="Calibri"/>
              <a:cs typeface="Calibri"/>
              <a:sym typeface="Calibri"/>
            </a:endParaRPr>
          </a:p>
        </p:txBody>
      </p:sp>
      <p:pic>
        <p:nvPicPr>
          <p:cNvPr id="972" name="Google Shape;972;p18"/>
          <p:cNvPicPr preferRelativeResize="0"/>
          <p:nvPr/>
        </p:nvPicPr>
        <p:blipFill rotWithShape="1">
          <a:blip r:embed="rId3">
            <a:alphaModFix/>
          </a:blip>
          <a:srcRect b="0" l="0" r="0" t="0"/>
          <a:stretch/>
        </p:blipFill>
        <p:spPr>
          <a:xfrm>
            <a:off x="3275856" y="4646708"/>
            <a:ext cx="1606376" cy="1114727"/>
          </a:xfrm>
          <a:prstGeom prst="rect">
            <a:avLst/>
          </a:prstGeom>
          <a:noFill/>
          <a:ln>
            <a:noFill/>
          </a:ln>
        </p:spPr>
      </p:pic>
      <p:pic>
        <p:nvPicPr>
          <p:cNvPr id="973" name="Google Shape;973;p18"/>
          <p:cNvPicPr preferRelativeResize="0"/>
          <p:nvPr/>
        </p:nvPicPr>
        <p:blipFill rotWithShape="1">
          <a:blip r:embed="rId4">
            <a:alphaModFix/>
          </a:blip>
          <a:srcRect b="0" l="0" r="0" t="0"/>
          <a:stretch/>
        </p:blipFill>
        <p:spPr>
          <a:xfrm>
            <a:off x="7587367" y="598912"/>
            <a:ext cx="717905" cy="71563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9"/>
          <p:cNvSpPr txBox="1"/>
          <p:nvPr>
            <p:ph type="title"/>
          </p:nvPr>
        </p:nvSpPr>
        <p:spPr>
          <a:xfrm>
            <a:off x="305164" y="291741"/>
            <a:ext cx="8229600" cy="517449"/>
          </a:xfrm>
          <a:prstGeom prst="rect">
            <a:avLst/>
          </a:prstGeom>
          <a:noFill/>
          <a:ln>
            <a:noFill/>
          </a:ln>
        </p:spPr>
        <p:txBody>
          <a:bodyPr anchorCtr="0" anchor="ctr" bIns="0" lIns="0" spcFirstLastPara="1" rIns="0" wrap="square" tIns="9525">
            <a:spAutoFit/>
          </a:bodyPr>
          <a:lstStyle/>
          <a:p>
            <a:pPr indent="-2295049" lvl="0" marL="2469833" marR="3810" rtl="0" algn="ctr">
              <a:lnSpc>
                <a:spcPct val="100000"/>
              </a:lnSpc>
              <a:spcBef>
                <a:spcPts val="0"/>
              </a:spcBef>
              <a:spcAft>
                <a:spcPts val="0"/>
              </a:spcAft>
              <a:buClr>
                <a:schemeClr val="dk1"/>
              </a:buClr>
              <a:buSzPts val="3300"/>
              <a:buFont typeface="Calibri"/>
              <a:buNone/>
            </a:pPr>
            <a:r>
              <a:rPr lang="en-US">
                <a:latin typeface="Calibri"/>
                <a:ea typeface="Calibri"/>
                <a:cs typeface="Calibri"/>
                <a:sym typeface="Calibri"/>
              </a:rPr>
              <a:t>Enqueue in Array Implementation of  Queue</a:t>
            </a:r>
            <a:endParaRPr/>
          </a:p>
        </p:txBody>
      </p:sp>
      <p:pic>
        <p:nvPicPr>
          <p:cNvPr id="979" name="Google Shape;979;p19"/>
          <p:cNvPicPr preferRelativeResize="0"/>
          <p:nvPr/>
        </p:nvPicPr>
        <p:blipFill rotWithShape="1">
          <a:blip r:embed="rId3">
            <a:alphaModFix/>
          </a:blip>
          <a:srcRect b="0" l="0" r="0" t="0"/>
          <a:stretch/>
        </p:blipFill>
        <p:spPr>
          <a:xfrm>
            <a:off x="2082644" y="3424787"/>
            <a:ext cx="5423625" cy="1979726"/>
          </a:xfrm>
          <a:prstGeom prst="rect">
            <a:avLst/>
          </a:prstGeom>
          <a:noFill/>
          <a:ln>
            <a:noFill/>
          </a:ln>
        </p:spPr>
      </p:pic>
      <p:sp>
        <p:nvSpPr>
          <p:cNvPr id="980" name="Google Shape;980;p19"/>
          <p:cNvSpPr txBox="1"/>
          <p:nvPr/>
        </p:nvSpPr>
        <p:spPr>
          <a:xfrm>
            <a:off x="2420905" y="1935861"/>
            <a:ext cx="1534001" cy="286617"/>
          </a:xfrm>
          <a:prstGeom prst="rect">
            <a:avLst/>
          </a:prstGeom>
          <a:noFill/>
          <a:ln>
            <a:noFill/>
          </a:ln>
        </p:spPr>
        <p:txBody>
          <a:bodyPr anchorCtr="0" anchor="t" bIns="0" lIns="0" spcFirstLastPara="1" rIns="0" wrap="square" tIns="9525">
            <a:spAutoFit/>
          </a:bodyPr>
          <a:lstStyle/>
          <a:p>
            <a:pPr indent="0" lvl="0" marL="9525"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//Basic Idea</a:t>
            </a:r>
            <a:endParaRPr b="0" i="0" sz="1800" u="none" cap="none" strike="noStrike">
              <a:solidFill>
                <a:srgbClr val="000000"/>
              </a:solidFill>
              <a:latin typeface="Consolas"/>
              <a:ea typeface="Consolas"/>
              <a:cs typeface="Consolas"/>
              <a:sym typeface="Consolas"/>
            </a:endParaRPr>
          </a:p>
        </p:txBody>
      </p:sp>
      <p:sp>
        <p:nvSpPr>
          <p:cNvPr id="981" name="Google Shape;981;p19"/>
          <p:cNvSpPr txBox="1"/>
          <p:nvPr/>
        </p:nvSpPr>
        <p:spPr>
          <a:xfrm>
            <a:off x="2286000" y="2203323"/>
            <a:ext cx="2733324" cy="1145826"/>
          </a:xfrm>
          <a:prstGeom prst="rect">
            <a:avLst/>
          </a:prstGeom>
          <a:noFill/>
          <a:ln>
            <a:noFill/>
          </a:ln>
        </p:spPr>
        <p:txBody>
          <a:bodyPr anchorCtr="0" anchor="t" bIns="0" lIns="0" spcFirstLastPara="1" rIns="0" wrap="square" tIns="9525">
            <a:spAutoFit/>
          </a:bodyPr>
          <a:lstStyle/>
          <a:p>
            <a:pPr indent="0" lvl="0" marL="9525"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enqueue(num):</a:t>
            </a:r>
            <a:endParaRPr b="0" i="0" sz="1800" u="none" cap="none" strike="noStrike">
              <a:solidFill>
                <a:srgbClr val="000000"/>
              </a:solidFill>
              <a:latin typeface="Consolas"/>
              <a:ea typeface="Consolas"/>
              <a:cs typeface="Consolas"/>
              <a:sym typeface="Consolas"/>
            </a:endParaRPr>
          </a:p>
          <a:p>
            <a:pPr indent="0" lvl="0" marL="694849" marR="3810" rtl="0" algn="l">
              <a:lnSpc>
                <a:spcPct val="120833"/>
              </a:lnSpc>
              <a:spcBef>
                <a:spcPts val="6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rear++  queue[rear]=num  return</a:t>
            </a:r>
            <a:endParaRPr b="0" i="0" sz="1800" u="none" cap="none" strike="noStrike">
              <a:solidFill>
                <a:srgbClr val="000000"/>
              </a:solidFill>
              <a:latin typeface="Consolas"/>
              <a:ea typeface="Consolas"/>
              <a:cs typeface="Consolas"/>
              <a:sym typeface="Consolas"/>
            </a:endParaRPr>
          </a:p>
        </p:txBody>
      </p:sp>
      <p:sp>
        <p:nvSpPr>
          <p:cNvPr id="982" name="Google Shape;982;p19"/>
          <p:cNvSpPr txBox="1"/>
          <p:nvPr/>
        </p:nvSpPr>
        <p:spPr>
          <a:xfrm>
            <a:off x="5324532" y="2090547"/>
            <a:ext cx="1847850" cy="471283"/>
          </a:xfrm>
          <a:prstGeom prst="rect">
            <a:avLst/>
          </a:prstGeom>
          <a:noFill/>
          <a:ln>
            <a:noFill/>
          </a:ln>
        </p:spPr>
        <p:txBody>
          <a:bodyPr anchorCtr="0" anchor="t" bIns="0" lIns="0" spcFirstLastPara="1" rIns="0" wrap="square" tIns="9525">
            <a:spAutoFit/>
          </a:bodyPr>
          <a:lstStyle/>
          <a:p>
            <a:pPr indent="0" lvl="0" marL="9525" marR="381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Courier New"/>
                <a:ea typeface="Courier New"/>
                <a:cs typeface="Courier New"/>
                <a:sym typeface="Courier New"/>
              </a:rPr>
              <a:t>Time Complexity:  O(1)</a:t>
            </a:r>
            <a:endParaRPr b="0" i="0" sz="1500" u="none" cap="none" strike="noStrike">
              <a:solidFill>
                <a:srgbClr val="000000"/>
              </a:solidFill>
              <a:latin typeface="Courier New"/>
              <a:ea typeface="Courier New"/>
              <a:cs typeface="Courier New"/>
              <a:sym typeface="Courier New"/>
            </a:endParaRPr>
          </a:p>
        </p:txBody>
      </p:sp>
      <p:pic>
        <p:nvPicPr>
          <p:cNvPr id="983" name="Google Shape;983;p19"/>
          <p:cNvPicPr preferRelativeResize="0"/>
          <p:nvPr/>
        </p:nvPicPr>
        <p:blipFill rotWithShape="1">
          <a:blip r:embed="rId4">
            <a:alphaModFix/>
          </a:blip>
          <a:srcRect b="0" l="0" r="0" t="0"/>
          <a:stretch/>
        </p:blipFill>
        <p:spPr>
          <a:xfrm>
            <a:off x="8175811" y="734235"/>
            <a:ext cx="717905" cy="71563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20"/>
          <p:cNvSpPr txBox="1"/>
          <p:nvPr>
            <p:ph type="title"/>
          </p:nvPr>
        </p:nvSpPr>
        <p:spPr>
          <a:xfrm>
            <a:off x="222828" y="438018"/>
            <a:ext cx="8229600" cy="517449"/>
          </a:xfrm>
          <a:prstGeom prst="rect">
            <a:avLst/>
          </a:prstGeom>
          <a:noFill/>
          <a:ln>
            <a:noFill/>
          </a:ln>
        </p:spPr>
        <p:txBody>
          <a:bodyPr anchorCtr="0" anchor="ctr" bIns="0" lIns="0" spcFirstLastPara="1" rIns="0" wrap="square" tIns="9525">
            <a:spAutoFit/>
          </a:bodyPr>
          <a:lstStyle/>
          <a:p>
            <a:pPr indent="-2314099" lvl="0" marL="2469833" marR="3810" rtl="0" algn="ctr">
              <a:lnSpc>
                <a:spcPct val="100000"/>
              </a:lnSpc>
              <a:spcBef>
                <a:spcPts val="0"/>
              </a:spcBef>
              <a:spcAft>
                <a:spcPts val="0"/>
              </a:spcAft>
              <a:buClr>
                <a:schemeClr val="dk1"/>
              </a:buClr>
              <a:buSzPts val="3300"/>
              <a:buFont typeface="Calibri"/>
              <a:buNone/>
            </a:pPr>
            <a:r>
              <a:rPr lang="en-US">
                <a:latin typeface="Calibri"/>
                <a:ea typeface="Calibri"/>
                <a:cs typeface="Calibri"/>
                <a:sym typeface="Calibri"/>
              </a:rPr>
              <a:t>Dequeue in Array Implementation of  Queue</a:t>
            </a:r>
            <a:endParaRPr/>
          </a:p>
        </p:txBody>
      </p:sp>
      <p:sp>
        <p:nvSpPr>
          <p:cNvPr id="989" name="Google Shape;989;p20"/>
          <p:cNvSpPr txBox="1"/>
          <p:nvPr/>
        </p:nvSpPr>
        <p:spPr>
          <a:xfrm>
            <a:off x="2428582" y="2009013"/>
            <a:ext cx="1534001" cy="562655"/>
          </a:xfrm>
          <a:prstGeom prst="rect">
            <a:avLst/>
          </a:prstGeom>
          <a:noFill/>
          <a:ln>
            <a:noFill/>
          </a:ln>
        </p:spPr>
        <p:txBody>
          <a:bodyPr anchorCtr="0" anchor="t" bIns="0" lIns="0" spcFirstLastPara="1" rIns="0" wrap="square" tIns="23800">
            <a:spAutoFit/>
          </a:bodyPr>
          <a:lstStyle/>
          <a:p>
            <a:pPr indent="0" lvl="0" marL="9525" marR="3810" rtl="0" algn="l">
              <a:lnSpc>
                <a:spcPct val="117111"/>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//Basic Idea  dequeue():</a:t>
            </a:r>
            <a:endParaRPr b="0" i="0" sz="1800" u="none" cap="none" strike="noStrike">
              <a:solidFill>
                <a:srgbClr val="000000"/>
              </a:solidFill>
              <a:latin typeface="Consolas"/>
              <a:ea typeface="Consolas"/>
              <a:cs typeface="Consolas"/>
              <a:sym typeface="Consolas"/>
            </a:endParaRPr>
          </a:p>
        </p:txBody>
      </p:sp>
      <p:sp>
        <p:nvSpPr>
          <p:cNvPr id="990" name="Google Shape;990;p20"/>
          <p:cNvSpPr txBox="1"/>
          <p:nvPr/>
        </p:nvSpPr>
        <p:spPr>
          <a:xfrm>
            <a:off x="3114381" y="2553082"/>
            <a:ext cx="2291239" cy="840615"/>
          </a:xfrm>
          <a:prstGeom prst="rect">
            <a:avLst/>
          </a:prstGeom>
          <a:noFill/>
          <a:ln>
            <a:noFill/>
          </a:ln>
        </p:spPr>
        <p:txBody>
          <a:bodyPr anchorCtr="0" anchor="t" bIns="0" lIns="0" spcFirstLastPara="1" rIns="0" wrap="square" tIns="9525">
            <a:spAutoFit/>
          </a:bodyPr>
          <a:lstStyle/>
          <a:p>
            <a:pPr indent="0" lvl="0" marL="9525" marR="381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num = queue[front]  front++</a:t>
            </a:r>
            <a:endParaRPr b="0" i="0" sz="1800" u="none" cap="none" strike="noStrike">
              <a:solidFill>
                <a:srgbClr val="000000"/>
              </a:solidFill>
              <a:latin typeface="Consolas"/>
              <a:ea typeface="Consolas"/>
              <a:cs typeface="Consolas"/>
              <a:sym typeface="Consolas"/>
            </a:endParaRPr>
          </a:p>
          <a:p>
            <a:pPr indent="0" lvl="0" marL="9525" marR="0" rtl="0" algn="l">
              <a:lnSpc>
                <a:spcPct val="100000"/>
              </a:lnSpc>
              <a:spcBef>
                <a:spcPts val="15"/>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return num</a:t>
            </a:r>
            <a:endParaRPr b="0" i="0" sz="1800" u="none" cap="none" strike="noStrike">
              <a:solidFill>
                <a:srgbClr val="000000"/>
              </a:solidFill>
              <a:latin typeface="Consolas"/>
              <a:ea typeface="Consolas"/>
              <a:cs typeface="Consolas"/>
              <a:sym typeface="Consolas"/>
            </a:endParaRPr>
          </a:p>
        </p:txBody>
      </p:sp>
      <p:pic>
        <p:nvPicPr>
          <p:cNvPr id="991" name="Google Shape;991;p20"/>
          <p:cNvPicPr preferRelativeResize="0"/>
          <p:nvPr/>
        </p:nvPicPr>
        <p:blipFill rotWithShape="1">
          <a:blip r:embed="rId3">
            <a:alphaModFix/>
          </a:blip>
          <a:srcRect b="0" l="0" r="0" t="0"/>
          <a:stretch/>
        </p:blipFill>
        <p:spPr>
          <a:xfrm>
            <a:off x="2156999" y="3521765"/>
            <a:ext cx="4361259" cy="1343025"/>
          </a:xfrm>
          <a:prstGeom prst="rect">
            <a:avLst/>
          </a:prstGeom>
          <a:noFill/>
          <a:ln>
            <a:noFill/>
          </a:ln>
        </p:spPr>
      </p:pic>
      <p:sp>
        <p:nvSpPr>
          <p:cNvPr id="992" name="Google Shape;992;p20"/>
          <p:cNvSpPr txBox="1"/>
          <p:nvPr/>
        </p:nvSpPr>
        <p:spPr>
          <a:xfrm>
            <a:off x="5247763" y="1969389"/>
            <a:ext cx="2419350" cy="240450"/>
          </a:xfrm>
          <a:prstGeom prst="rect">
            <a:avLst/>
          </a:prstGeom>
          <a:noFill/>
          <a:ln>
            <a:noFill/>
          </a:ln>
        </p:spPr>
        <p:txBody>
          <a:bodyPr anchorCtr="0" anchor="t" bIns="0" lIns="0" spcFirstLastPara="1" rIns="0" wrap="square" tIns="9525">
            <a:spAutoFit/>
          </a:bodyPr>
          <a:lstStyle/>
          <a:p>
            <a:pPr indent="0" lvl="0" marL="9525"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Courier New"/>
                <a:ea typeface="Courier New"/>
                <a:cs typeface="Courier New"/>
                <a:sym typeface="Courier New"/>
              </a:rPr>
              <a:t>Time Complexity: O(1)</a:t>
            </a:r>
            <a:endParaRPr b="0" i="0" sz="1500" u="none" cap="none" strike="noStrike">
              <a:solidFill>
                <a:srgbClr val="000000"/>
              </a:solidFill>
              <a:latin typeface="Courier New"/>
              <a:ea typeface="Courier New"/>
              <a:cs typeface="Courier New"/>
              <a:sym typeface="Courier New"/>
            </a:endParaRPr>
          </a:p>
        </p:txBody>
      </p:sp>
      <p:sp>
        <p:nvSpPr>
          <p:cNvPr id="993" name="Google Shape;993;p20"/>
          <p:cNvSpPr txBox="1"/>
          <p:nvPr/>
        </p:nvSpPr>
        <p:spPr>
          <a:xfrm>
            <a:off x="5247763" y="2198751"/>
            <a:ext cx="2066925" cy="217367"/>
          </a:xfrm>
          <a:prstGeom prst="rect">
            <a:avLst/>
          </a:prstGeom>
          <a:noFill/>
          <a:ln>
            <a:noFill/>
          </a:ln>
        </p:spPr>
        <p:txBody>
          <a:bodyPr anchorCtr="0" anchor="t" bIns="0" lIns="0" spcFirstLastPara="1" rIns="0" wrap="square" tIns="9525">
            <a:spAutoFit/>
          </a:bodyPr>
          <a:lstStyle/>
          <a:p>
            <a:pPr indent="0" lvl="0" marL="9525" marR="0" rtl="0" algn="l">
              <a:lnSpc>
                <a:spcPct val="100000"/>
              </a:lnSpc>
              <a:spcBef>
                <a:spcPts val="0"/>
              </a:spcBef>
              <a:spcAft>
                <a:spcPts val="0"/>
              </a:spcAft>
              <a:buClr>
                <a:srgbClr val="000000"/>
              </a:buClr>
              <a:buSzPts val="1350"/>
              <a:buFont typeface="Arial"/>
              <a:buNone/>
            </a:pPr>
            <a:r>
              <a:rPr b="1" i="0" lang="en-US" sz="1350" u="none" cap="none" strike="noStrike">
                <a:solidFill>
                  <a:srgbClr val="000000"/>
                </a:solidFill>
                <a:latin typeface="Courier New"/>
                <a:ea typeface="Courier New"/>
                <a:cs typeface="Courier New"/>
                <a:sym typeface="Courier New"/>
              </a:rPr>
              <a:t>O(n) if elements are</a:t>
            </a:r>
            <a:endParaRPr b="0" i="0" sz="1350" u="none" cap="none" strike="noStrike">
              <a:solidFill>
                <a:srgbClr val="000000"/>
              </a:solidFill>
              <a:latin typeface="Courier New"/>
              <a:ea typeface="Courier New"/>
              <a:cs typeface="Courier New"/>
              <a:sym typeface="Courier New"/>
            </a:endParaRPr>
          </a:p>
        </p:txBody>
      </p:sp>
      <p:sp>
        <p:nvSpPr>
          <p:cNvPr id="994" name="Google Shape;994;p20"/>
          <p:cNvSpPr txBox="1"/>
          <p:nvPr/>
        </p:nvSpPr>
        <p:spPr>
          <a:xfrm>
            <a:off x="5247764" y="2397633"/>
            <a:ext cx="735806" cy="217367"/>
          </a:xfrm>
          <a:prstGeom prst="rect">
            <a:avLst/>
          </a:prstGeom>
          <a:noFill/>
          <a:ln>
            <a:noFill/>
          </a:ln>
        </p:spPr>
        <p:txBody>
          <a:bodyPr anchorCtr="0" anchor="t" bIns="0" lIns="0" spcFirstLastPara="1" rIns="0" wrap="square" tIns="9525">
            <a:spAutoFit/>
          </a:bodyPr>
          <a:lstStyle/>
          <a:p>
            <a:pPr indent="0" lvl="0" marL="9525" marR="0" rtl="0" algn="l">
              <a:lnSpc>
                <a:spcPct val="100000"/>
              </a:lnSpc>
              <a:spcBef>
                <a:spcPts val="0"/>
              </a:spcBef>
              <a:spcAft>
                <a:spcPts val="0"/>
              </a:spcAft>
              <a:buClr>
                <a:srgbClr val="000000"/>
              </a:buClr>
              <a:buSzPts val="1350"/>
              <a:buFont typeface="Arial"/>
              <a:buNone/>
            </a:pPr>
            <a:r>
              <a:rPr b="1" i="0" lang="en-US" sz="1350" u="none" cap="none" strike="noStrike">
                <a:solidFill>
                  <a:srgbClr val="000000"/>
                </a:solidFill>
                <a:latin typeface="Courier New"/>
                <a:ea typeface="Courier New"/>
                <a:cs typeface="Courier New"/>
                <a:sym typeface="Courier New"/>
              </a:rPr>
              <a:t>shifted</a:t>
            </a:r>
            <a:endParaRPr b="0" i="0" sz="1350" u="none" cap="none" strike="noStrike">
              <a:solidFill>
                <a:srgbClr val="000000"/>
              </a:solidFill>
              <a:latin typeface="Courier New"/>
              <a:ea typeface="Courier New"/>
              <a:cs typeface="Courier New"/>
              <a:sym typeface="Courier New"/>
            </a:endParaRPr>
          </a:p>
        </p:txBody>
      </p:sp>
      <p:pic>
        <p:nvPicPr>
          <p:cNvPr id="995" name="Google Shape;995;p20"/>
          <p:cNvPicPr preferRelativeResize="0"/>
          <p:nvPr/>
        </p:nvPicPr>
        <p:blipFill rotWithShape="1">
          <a:blip r:embed="rId4">
            <a:alphaModFix/>
          </a:blip>
          <a:srcRect b="0" l="0" r="0" t="0"/>
          <a:stretch/>
        </p:blipFill>
        <p:spPr>
          <a:xfrm>
            <a:off x="8246674" y="1038641"/>
            <a:ext cx="717905" cy="71563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21"/>
          <p:cNvSpPr txBox="1"/>
          <p:nvPr>
            <p:ph type="title"/>
          </p:nvPr>
        </p:nvSpPr>
        <p:spPr>
          <a:xfrm>
            <a:off x="1277464" y="598525"/>
            <a:ext cx="5544503" cy="517449"/>
          </a:xfrm>
          <a:prstGeom prst="rect">
            <a:avLst/>
          </a:prstGeom>
          <a:noFill/>
          <a:ln>
            <a:noFill/>
          </a:ln>
        </p:spPr>
        <p:txBody>
          <a:bodyPr anchorCtr="0" anchor="ctr" bIns="0" lIns="0" spcFirstLastPara="1" rIns="0" wrap="square" tIns="9525">
            <a:spAutoFit/>
          </a:bodyPr>
          <a:lstStyle/>
          <a:p>
            <a:pPr indent="0" lvl="0" marL="9525" rtl="0" algn="ctr">
              <a:lnSpc>
                <a:spcPct val="100000"/>
              </a:lnSpc>
              <a:spcBef>
                <a:spcPts val="0"/>
              </a:spcBef>
              <a:spcAft>
                <a:spcPts val="0"/>
              </a:spcAft>
              <a:buClr>
                <a:schemeClr val="dk1"/>
              </a:buClr>
              <a:buSzPts val="3300"/>
              <a:buFont typeface="Calibri"/>
              <a:buNone/>
            </a:pPr>
            <a:r>
              <a:rPr lang="en-US">
                <a:latin typeface="Calibri"/>
                <a:ea typeface="Calibri"/>
                <a:cs typeface="Calibri"/>
                <a:sym typeface="Calibri"/>
              </a:rPr>
              <a:t>Enqueue and Dequeue in Queue</a:t>
            </a:r>
            <a:endParaRPr>
              <a:latin typeface="Calibri"/>
              <a:ea typeface="Calibri"/>
              <a:cs typeface="Calibri"/>
              <a:sym typeface="Calibri"/>
            </a:endParaRPr>
          </a:p>
        </p:txBody>
      </p:sp>
      <p:pic>
        <p:nvPicPr>
          <p:cNvPr id="1001" name="Google Shape;1001;p21"/>
          <p:cNvPicPr preferRelativeResize="0"/>
          <p:nvPr/>
        </p:nvPicPr>
        <p:blipFill rotWithShape="1">
          <a:blip r:embed="rId3">
            <a:alphaModFix/>
          </a:blip>
          <a:srcRect b="0" l="0" r="0" t="0"/>
          <a:stretch/>
        </p:blipFill>
        <p:spPr>
          <a:xfrm>
            <a:off x="2273194" y="2061713"/>
            <a:ext cx="4387267" cy="3297098"/>
          </a:xfrm>
          <a:prstGeom prst="rect">
            <a:avLst/>
          </a:prstGeom>
          <a:noFill/>
          <a:ln>
            <a:noFill/>
          </a:ln>
        </p:spPr>
      </p:pic>
      <p:pic>
        <p:nvPicPr>
          <p:cNvPr id="1002" name="Google Shape;1002;p21"/>
          <p:cNvPicPr preferRelativeResize="0"/>
          <p:nvPr/>
        </p:nvPicPr>
        <p:blipFill rotWithShape="1">
          <a:blip r:embed="rId4">
            <a:alphaModFix/>
          </a:blip>
          <a:srcRect b="0" l="0" r="0" t="0"/>
          <a:stretch/>
        </p:blipFill>
        <p:spPr>
          <a:xfrm>
            <a:off x="7886701" y="857250"/>
            <a:ext cx="717905" cy="71563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22"/>
          <p:cNvSpPr txBox="1"/>
          <p:nvPr>
            <p:ph type="title"/>
          </p:nvPr>
        </p:nvSpPr>
        <p:spPr>
          <a:xfrm>
            <a:off x="1384795" y="324784"/>
            <a:ext cx="7363419" cy="932948"/>
          </a:xfrm>
          <a:prstGeom prst="rect">
            <a:avLst/>
          </a:prstGeom>
          <a:noFill/>
          <a:ln>
            <a:noFill/>
          </a:ln>
        </p:spPr>
        <p:txBody>
          <a:bodyPr anchorCtr="0" anchor="ctr" bIns="0" lIns="0" spcFirstLastPara="1" rIns="0" wrap="square" tIns="9525">
            <a:spAutoFit/>
          </a:bodyPr>
          <a:lstStyle/>
          <a:p>
            <a:pPr indent="-2259330" lvl="0" marL="2268379" marR="3810" rtl="0" algn="just">
              <a:lnSpc>
                <a:spcPct val="100000"/>
              </a:lnSpc>
              <a:spcBef>
                <a:spcPts val="0"/>
              </a:spcBef>
              <a:spcAft>
                <a:spcPts val="0"/>
              </a:spcAft>
              <a:buClr>
                <a:schemeClr val="dk1"/>
              </a:buClr>
              <a:buSzPts val="3000"/>
              <a:buFont typeface="Calibri"/>
              <a:buNone/>
            </a:pPr>
            <a:r>
              <a:rPr lang="en-US" sz="3000">
                <a:latin typeface="Calibri"/>
                <a:ea typeface="Calibri"/>
                <a:cs typeface="Calibri"/>
                <a:sym typeface="Calibri"/>
              </a:rPr>
              <a:t>Disadvantage of Array Implementation  of Queue</a:t>
            </a:r>
            <a:endParaRPr/>
          </a:p>
        </p:txBody>
      </p:sp>
      <p:sp>
        <p:nvSpPr>
          <p:cNvPr id="1008" name="Google Shape;1008;p22"/>
          <p:cNvSpPr txBox="1"/>
          <p:nvPr/>
        </p:nvSpPr>
        <p:spPr>
          <a:xfrm>
            <a:off x="1503383" y="1871091"/>
            <a:ext cx="6053613" cy="716382"/>
          </a:xfrm>
          <a:prstGeom prst="rect">
            <a:avLst/>
          </a:prstGeom>
          <a:noFill/>
          <a:ln>
            <a:noFill/>
          </a:ln>
        </p:spPr>
        <p:txBody>
          <a:bodyPr anchorCtr="0" anchor="t" bIns="0" lIns="0" spcFirstLastPara="1" rIns="0" wrap="square" tIns="49050">
            <a:spAutoFit/>
          </a:bodyPr>
          <a:lstStyle/>
          <a:p>
            <a:pPr indent="-257175" lvl="0" marL="266224" marR="3810" rtl="0" algn="l">
              <a:lnSpc>
                <a:spcPct val="108708"/>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Multiple	enqueue	and	dequeue	operations  may lead to situation like this:</a:t>
            </a:r>
            <a:endParaRPr b="0" i="0" sz="2400" u="none" cap="none" strike="noStrike">
              <a:solidFill>
                <a:srgbClr val="000000"/>
              </a:solidFill>
              <a:latin typeface="Calibri"/>
              <a:ea typeface="Calibri"/>
              <a:cs typeface="Calibri"/>
              <a:sym typeface="Calibri"/>
            </a:endParaRPr>
          </a:p>
        </p:txBody>
      </p:sp>
      <p:sp>
        <p:nvSpPr>
          <p:cNvPr id="1009" name="Google Shape;1009;p22"/>
          <p:cNvSpPr txBox="1"/>
          <p:nvPr/>
        </p:nvSpPr>
        <p:spPr>
          <a:xfrm>
            <a:off x="1503383" y="3814192"/>
            <a:ext cx="6053613" cy="1788599"/>
          </a:xfrm>
          <a:prstGeom prst="rect">
            <a:avLst/>
          </a:prstGeom>
          <a:noFill/>
          <a:ln>
            <a:noFill/>
          </a:ln>
        </p:spPr>
        <p:txBody>
          <a:bodyPr anchorCtr="0" anchor="t" bIns="0" lIns="0" spcFirstLastPara="1" rIns="0" wrap="square" tIns="47125">
            <a:spAutoFit/>
          </a:bodyPr>
          <a:lstStyle/>
          <a:p>
            <a:pPr indent="-257175" lvl="0" marL="266224" marR="3810" rtl="0" algn="just">
              <a:lnSpc>
                <a:spcPct val="897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No more insertion is possible (since rear  cannot be incremented anymore) even though  2 spaces are free.</a:t>
            </a:r>
            <a:endParaRPr b="0" i="0" sz="2400" u="none" cap="none" strike="noStrike">
              <a:solidFill>
                <a:srgbClr val="000000"/>
              </a:solidFill>
              <a:latin typeface="Calibri"/>
              <a:ea typeface="Calibri"/>
              <a:cs typeface="Calibri"/>
              <a:sym typeface="Calibri"/>
            </a:endParaRPr>
          </a:p>
          <a:p>
            <a:pPr indent="-257175" lvl="0" marL="266224" marR="4286" rtl="0" algn="just">
              <a:lnSpc>
                <a:spcPct val="109375"/>
              </a:lnSpc>
              <a:spcBef>
                <a:spcPts val="57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Workaround: Circular Queue, Shifting  elements after each dequeue</a:t>
            </a:r>
            <a:endParaRPr b="0" i="0" sz="2400" u="none" cap="none" strike="noStrike">
              <a:solidFill>
                <a:srgbClr val="000000"/>
              </a:solidFill>
              <a:latin typeface="Calibri"/>
              <a:ea typeface="Calibri"/>
              <a:cs typeface="Calibri"/>
              <a:sym typeface="Calibri"/>
            </a:endParaRPr>
          </a:p>
        </p:txBody>
      </p:sp>
      <p:pic>
        <p:nvPicPr>
          <p:cNvPr id="1010" name="Google Shape;1010;p22"/>
          <p:cNvPicPr preferRelativeResize="0"/>
          <p:nvPr/>
        </p:nvPicPr>
        <p:blipFill rotWithShape="1">
          <a:blip r:embed="rId3">
            <a:alphaModFix/>
          </a:blip>
          <a:srcRect b="0" l="0" r="0" t="0"/>
          <a:stretch/>
        </p:blipFill>
        <p:spPr>
          <a:xfrm>
            <a:off x="3523687" y="2582136"/>
            <a:ext cx="2013007" cy="114632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23"/>
          <p:cNvSpPr txBox="1"/>
          <p:nvPr>
            <p:ph type="title"/>
          </p:nvPr>
        </p:nvSpPr>
        <p:spPr>
          <a:xfrm>
            <a:off x="591971" y="408365"/>
            <a:ext cx="8229600" cy="517449"/>
          </a:xfrm>
          <a:prstGeom prst="rect">
            <a:avLst/>
          </a:prstGeom>
          <a:noFill/>
          <a:ln>
            <a:noFill/>
          </a:ln>
        </p:spPr>
        <p:txBody>
          <a:bodyPr anchorCtr="0" anchor="ctr" bIns="0" lIns="0" spcFirstLastPara="1" rIns="0" wrap="square" tIns="9525">
            <a:spAutoFit/>
          </a:bodyPr>
          <a:lstStyle/>
          <a:p>
            <a:pPr indent="-1964531" lvl="0" marL="2333625" marR="3810" rtl="0" algn="ctr">
              <a:lnSpc>
                <a:spcPct val="100000"/>
              </a:lnSpc>
              <a:spcBef>
                <a:spcPts val="0"/>
              </a:spcBef>
              <a:spcAft>
                <a:spcPts val="0"/>
              </a:spcAft>
              <a:buClr>
                <a:schemeClr val="dk1"/>
              </a:buClr>
              <a:buSzPts val="3300"/>
              <a:buFont typeface="Calibri"/>
              <a:buNone/>
            </a:pPr>
            <a:r>
              <a:rPr b="1" lang="en-US">
                <a:latin typeface="Calibri"/>
                <a:ea typeface="Calibri"/>
                <a:cs typeface="Calibri"/>
                <a:sym typeface="Calibri"/>
              </a:rPr>
              <a:t>LINKED LIST REPRESENTATION OF  QUEUES</a:t>
            </a:r>
            <a:endParaRPr/>
          </a:p>
        </p:txBody>
      </p:sp>
      <p:sp>
        <p:nvSpPr>
          <p:cNvPr id="1016" name="Google Shape;1016;p23"/>
          <p:cNvSpPr txBox="1"/>
          <p:nvPr/>
        </p:nvSpPr>
        <p:spPr>
          <a:xfrm>
            <a:off x="1298257" y="2149602"/>
            <a:ext cx="7295413" cy="2888644"/>
          </a:xfrm>
          <a:prstGeom prst="rect">
            <a:avLst/>
          </a:prstGeom>
          <a:noFill/>
          <a:ln>
            <a:noFill/>
          </a:ln>
        </p:spPr>
        <p:txBody>
          <a:bodyPr anchorCtr="0" anchor="t" bIns="0" lIns="0" spcFirstLastPara="1" rIns="0" wrap="square" tIns="55700">
            <a:spAutoFit/>
          </a:bodyPr>
          <a:lstStyle/>
          <a:p>
            <a:pPr indent="-257175" lvl="0" marL="266700" marR="3810" rtl="0" algn="just">
              <a:lnSpc>
                <a:spcPct val="80600"/>
              </a:lnSpc>
              <a:spcBef>
                <a:spcPts val="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The array  implementation cannot be used for the large scale applications  where the queues are implemented. One of the alternative of array  implementation is linked list implementation of queue.</a:t>
            </a:r>
            <a:endParaRPr b="0" i="0" sz="1800" u="none" cap="none" strike="noStrike">
              <a:solidFill>
                <a:srgbClr val="000000"/>
              </a:solidFill>
              <a:latin typeface="Calibri"/>
              <a:ea typeface="Calibri"/>
              <a:cs typeface="Calibri"/>
              <a:sym typeface="Calibri"/>
            </a:endParaRPr>
          </a:p>
          <a:p>
            <a:pPr indent="-257175" lvl="0" marL="266700" marR="3810" rtl="0" algn="just">
              <a:lnSpc>
                <a:spcPct val="79500"/>
              </a:lnSpc>
              <a:spcBef>
                <a:spcPts val="379"/>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In a linked queue, each node of the queue consists of two parts i.e.  data part and the link part. Each element of the queue points to its  immediate next element in the memory.</a:t>
            </a:r>
            <a:endParaRPr b="0" i="0" sz="1800" u="none" cap="none" strike="noStrike">
              <a:solidFill>
                <a:srgbClr val="000000"/>
              </a:solidFill>
              <a:latin typeface="Calibri"/>
              <a:ea typeface="Calibri"/>
              <a:cs typeface="Calibri"/>
              <a:sym typeface="Calibri"/>
            </a:endParaRPr>
          </a:p>
          <a:p>
            <a:pPr indent="-257175" lvl="0" marL="266700" marR="4286" rtl="0" algn="just">
              <a:lnSpc>
                <a:spcPct val="80600"/>
              </a:lnSpc>
              <a:spcBef>
                <a:spcPts val="424"/>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In the linked queue, there are two pointers maintained in the  memory i.e. front pointer and rear pointer. The front pointer  contains the address of the starting element of the queue while the  rear pointer contains the address of the last element of the queue.</a:t>
            </a:r>
            <a:endParaRPr b="0" i="0" sz="1800" u="none" cap="none" strike="noStrike">
              <a:solidFill>
                <a:srgbClr val="000000"/>
              </a:solidFill>
              <a:latin typeface="Calibri"/>
              <a:ea typeface="Calibri"/>
              <a:cs typeface="Calibri"/>
              <a:sym typeface="Calibri"/>
            </a:endParaRPr>
          </a:p>
          <a:p>
            <a:pPr indent="-257175" lvl="0" marL="266700" marR="3810" rtl="0" algn="just">
              <a:lnSpc>
                <a:spcPct val="79500"/>
              </a:lnSpc>
              <a:spcBef>
                <a:spcPts val="368"/>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Insertion and deletions are performed at rear and front end  respectively. If front and rear both are NULL, it indicates that the  queue is empty.</a:t>
            </a:r>
            <a:endParaRPr b="0" i="0" sz="1800" u="none" cap="none" strike="noStrike">
              <a:solidFill>
                <a:srgbClr val="000000"/>
              </a:solidFill>
              <a:latin typeface="Calibri"/>
              <a:ea typeface="Calibri"/>
              <a:cs typeface="Calibri"/>
              <a:sym typeface="Calibri"/>
            </a:endParaRPr>
          </a:p>
        </p:txBody>
      </p:sp>
      <p:pic>
        <p:nvPicPr>
          <p:cNvPr id="1017" name="Google Shape;1017;p23"/>
          <p:cNvPicPr preferRelativeResize="0"/>
          <p:nvPr/>
        </p:nvPicPr>
        <p:blipFill rotWithShape="1">
          <a:blip r:embed="rId3">
            <a:alphaModFix/>
          </a:blip>
          <a:srcRect b="0" l="0" r="0" t="0"/>
          <a:stretch/>
        </p:blipFill>
        <p:spPr>
          <a:xfrm>
            <a:off x="7875766" y="967831"/>
            <a:ext cx="717905" cy="71563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24"/>
          <p:cNvSpPr txBox="1"/>
          <p:nvPr>
            <p:ph type="title"/>
          </p:nvPr>
        </p:nvSpPr>
        <p:spPr>
          <a:xfrm>
            <a:off x="345299" y="1057811"/>
            <a:ext cx="8229600" cy="471283"/>
          </a:xfrm>
          <a:prstGeom prst="rect">
            <a:avLst/>
          </a:prstGeom>
          <a:noFill/>
          <a:ln>
            <a:noFill/>
          </a:ln>
        </p:spPr>
        <p:txBody>
          <a:bodyPr anchorCtr="0" anchor="ctr" bIns="0" lIns="0" spcFirstLastPara="1" rIns="0" wrap="square" tIns="9525">
            <a:spAutoFit/>
          </a:bodyPr>
          <a:lstStyle/>
          <a:p>
            <a:pPr indent="-1964531" lvl="0" marL="2333625" marR="3810" rtl="0" algn="ctr">
              <a:lnSpc>
                <a:spcPct val="100000"/>
              </a:lnSpc>
              <a:spcBef>
                <a:spcPts val="0"/>
              </a:spcBef>
              <a:spcAft>
                <a:spcPts val="0"/>
              </a:spcAft>
              <a:buClr>
                <a:schemeClr val="dk1"/>
              </a:buClr>
              <a:buSzPts val="3000"/>
              <a:buFont typeface="Calibri"/>
              <a:buNone/>
            </a:pPr>
            <a:r>
              <a:rPr b="1" lang="en-US">
                <a:latin typeface="Calibri"/>
                <a:ea typeface="Calibri"/>
                <a:cs typeface="Calibri"/>
                <a:sym typeface="Calibri"/>
              </a:rPr>
              <a:t>LINKED LIST REPRESENTATION OF  QUEUES</a:t>
            </a:r>
            <a:endParaRPr/>
          </a:p>
        </p:txBody>
      </p:sp>
      <p:pic>
        <p:nvPicPr>
          <p:cNvPr id="1023" name="Google Shape;1023;p24"/>
          <p:cNvPicPr preferRelativeResize="0"/>
          <p:nvPr/>
        </p:nvPicPr>
        <p:blipFill rotWithShape="1">
          <a:blip r:embed="rId3">
            <a:alphaModFix/>
          </a:blip>
          <a:srcRect b="0" l="0" r="0" t="0"/>
          <a:stretch/>
        </p:blipFill>
        <p:spPr>
          <a:xfrm>
            <a:off x="1633012" y="3423704"/>
            <a:ext cx="2889950" cy="918224"/>
          </a:xfrm>
          <a:prstGeom prst="rect">
            <a:avLst/>
          </a:prstGeom>
          <a:noFill/>
          <a:ln>
            <a:noFill/>
          </a:ln>
        </p:spPr>
      </p:pic>
      <p:sp>
        <p:nvSpPr>
          <p:cNvPr id="1024" name="Google Shape;1024;p24"/>
          <p:cNvSpPr txBox="1"/>
          <p:nvPr/>
        </p:nvSpPr>
        <p:spPr>
          <a:xfrm>
            <a:off x="4901086" y="2407539"/>
            <a:ext cx="756761" cy="332783"/>
          </a:xfrm>
          <a:prstGeom prst="rect">
            <a:avLst/>
          </a:prstGeom>
          <a:noFill/>
          <a:ln>
            <a:noFill/>
          </a:ln>
        </p:spPr>
        <p:txBody>
          <a:bodyPr anchorCtr="0" anchor="t" bIns="0" lIns="0" spcFirstLastPara="1" rIns="0" wrap="square" tIns="9525">
            <a:spAutoFit/>
          </a:bodyPr>
          <a:lstStyle/>
          <a:p>
            <a:pPr indent="0" lvl="0" marL="9525" marR="0" rtl="0" algn="l">
              <a:lnSpc>
                <a:spcPct val="100000"/>
              </a:lnSpc>
              <a:spcBef>
                <a:spcPts val="0"/>
              </a:spcBef>
              <a:spcAft>
                <a:spcPts val="0"/>
              </a:spcAft>
              <a:buClr>
                <a:srgbClr val="000000"/>
              </a:buClr>
              <a:buSzPts val="2100"/>
              <a:buFont typeface="Arial"/>
              <a:buNone/>
            </a:pPr>
            <a:r>
              <a:rPr b="1" i="0" lang="en-US" sz="2100" u="sng" cap="none" strike="noStrike">
                <a:solidFill>
                  <a:srgbClr val="000000"/>
                </a:solidFill>
                <a:latin typeface="Calibri"/>
                <a:ea typeface="Calibri"/>
                <a:cs typeface="Calibri"/>
                <a:sym typeface="Calibri"/>
              </a:rPr>
              <a:t>Queue</a:t>
            </a:r>
            <a:endParaRPr b="0" i="0" sz="2100" u="none" cap="none" strike="noStrike">
              <a:solidFill>
                <a:srgbClr val="000000"/>
              </a:solidFill>
              <a:latin typeface="Calibri"/>
              <a:ea typeface="Calibri"/>
              <a:cs typeface="Calibri"/>
              <a:sym typeface="Calibri"/>
            </a:endParaRPr>
          </a:p>
        </p:txBody>
      </p:sp>
      <p:sp>
        <p:nvSpPr>
          <p:cNvPr id="1025" name="Google Shape;1025;p24"/>
          <p:cNvSpPr txBox="1"/>
          <p:nvPr/>
        </p:nvSpPr>
        <p:spPr>
          <a:xfrm>
            <a:off x="1645461" y="2085213"/>
            <a:ext cx="5629275" cy="535403"/>
          </a:xfrm>
          <a:prstGeom prst="rect">
            <a:avLst/>
          </a:prstGeom>
          <a:noFill/>
          <a:ln>
            <a:noFill/>
          </a:ln>
        </p:spPr>
        <p:txBody>
          <a:bodyPr anchorCtr="0" anchor="t" bIns="0" lIns="0" spcFirstLastPara="1" rIns="0" wrap="square" tIns="9525">
            <a:spAutoFit/>
          </a:bodyPr>
          <a:lstStyle/>
          <a:p>
            <a:pPr indent="0" lvl="0" marL="3264694" marR="0" rtl="0" algn="l">
              <a:lnSpc>
                <a:spcPct val="118571"/>
              </a:lnSpc>
              <a:spcBef>
                <a:spcPts val="0"/>
              </a:spcBef>
              <a:spcAft>
                <a:spcPts val="0"/>
              </a:spcAft>
              <a:buClr>
                <a:srgbClr val="000000"/>
              </a:buClr>
              <a:buSzPts val="2100"/>
              <a:buFont typeface="Arial"/>
              <a:buNone/>
            </a:pPr>
            <a:r>
              <a:rPr b="1" i="0" lang="en-US" sz="2100" u="sng" cap="none" strike="noStrike">
                <a:solidFill>
                  <a:srgbClr val="000000"/>
                </a:solidFill>
                <a:latin typeface="Calibri"/>
                <a:ea typeface="Calibri"/>
                <a:cs typeface="Calibri"/>
                <a:sym typeface="Calibri"/>
              </a:rPr>
              <a:t>Operations on Linked</a:t>
            </a:r>
            <a:endParaRPr b="0" i="0" sz="2100" u="none" cap="none" strike="noStrike">
              <a:solidFill>
                <a:srgbClr val="000000"/>
              </a:solidFill>
              <a:latin typeface="Calibri"/>
              <a:ea typeface="Calibri"/>
              <a:cs typeface="Calibri"/>
              <a:sym typeface="Calibri"/>
            </a:endParaRPr>
          </a:p>
          <a:p>
            <a:pPr indent="0" lvl="0" marL="9525" marR="0" rtl="0" algn="l">
              <a:lnSpc>
                <a:spcPct val="117777"/>
              </a:lnSpc>
              <a:spcBef>
                <a:spcPts val="0"/>
              </a:spcBef>
              <a:spcAft>
                <a:spcPts val="0"/>
              </a:spcAft>
              <a:buClr>
                <a:srgbClr val="000000"/>
              </a:buClr>
              <a:buSzPts val="1350"/>
              <a:buFont typeface="Arial"/>
              <a:buNone/>
            </a:pPr>
            <a:r>
              <a:rPr b="0" i="0" lang="en-US" sz="1350" u="none" cap="none" strike="noStrike">
                <a:solidFill>
                  <a:srgbClr val="000000"/>
                </a:solidFill>
                <a:latin typeface="Calibri"/>
                <a:ea typeface="Calibri"/>
                <a:cs typeface="Calibri"/>
                <a:sym typeface="Calibri"/>
              </a:rPr>
              <a:t>The linked representation of queue is</a:t>
            </a:r>
            <a:endParaRPr b="0" i="0" sz="1350" u="none" cap="none" strike="noStrike">
              <a:solidFill>
                <a:srgbClr val="000000"/>
              </a:solidFill>
              <a:latin typeface="Calibri"/>
              <a:ea typeface="Calibri"/>
              <a:cs typeface="Calibri"/>
              <a:sym typeface="Calibri"/>
            </a:endParaRPr>
          </a:p>
        </p:txBody>
      </p:sp>
      <p:sp>
        <p:nvSpPr>
          <p:cNvPr id="1026" name="Google Shape;1026;p24"/>
          <p:cNvSpPr txBox="1"/>
          <p:nvPr/>
        </p:nvSpPr>
        <p:spPr>
          <a:xfrm>
            <a:off x="4901084" y="2789301"/>
            <a:ext cx="2909888" cy="332783"/>
          </a:xfrm>
          <a:prstGeom prst="rect">
            <a:avLst/>
          </a:prstGeom>
          <a:noFill/>
          <a:ln>
            <a:noFill/>
          </a:ln>
        </p:spPr>
        <p:txBody>
          <a:bodyPr anchorCtr="0" anchor="t" bIns="0" lIns="0" spcFirstLastPara="1" rIns="0" wrap="square" tIns="9525">
            <a:spAutoFit/>
          </a:bodyPr>
          <a:lstStyle/>
          <a:p>
            <a:pPr indent="-257175" lvl="0" marL="266700" marR="0" rtl="0" algn="l">
              <a:lnSpc>
                <a:spcPct val="100000"/>
              </a:lnSpc>
              <a:spcBef>
                <a:spcPts val="0"/>
              </a:spcBef>
              <a:spcAft>
                <a:spcPts val="0"/>
              </a:spcAft>
              <a:buClr>
                <a:srgbClr val="000000"/>
              </a:buClr>
              <a:buSzPts val="2100"/>
              <a:buFont typeface="Arial"/>
              <a:buChar char="•"/>
            </a:pPr>
            <a:r>
              <a:rPr b="0" i="0" lang="en-US" sz="2100" u="none" cap="none" strike="noStrike">
                <a:solidFill>
                  <a:srgbClr val="000000"/>
                </a:solidFill>
                <a:latin typeface="Calibri"/>
                <a:ea typeface="Calibri"/>
                <a:cs typeface="Calibri"/>
                <a:sym typeface="Calibri"/>
              </a:rPr>
              <a:t>There	are	two	basic</a:t>
            </a:r>
            <a:endParaRPr b="0" i="0" sz="2100" u="none" cap="none" strike="noStrike">
              <a:solidFill>
                <a:srgbClr val="000000"/>
              </a:solidFill>
              <a:latin typeface="Calibri"/>
              <a:ea typeface="Calibri"/>
              <a:cs typeface="Calibri"/>
              <a:sym typeface="Calibri"/>
            </a:endParaRPr>
          </a:p>
        </p:txBody>
      </p:sp>
      <p:sp>
        <p:nvSpPr>
          <p:cNvPr id="1027" name="Google Shape;1027;p24"/>
          <p:cNvSpPr txBox="1"/>
          <p:nvPr/>
        </p:nvSpPr>
        <p:spPr>
          <a:xfrm>
            <a:off x="4901084" y="3113912"/>
            <a:ext cx="2910840" cy="1696939"/>
          </a:xfrm>
          <a:prstGeom prst="rect">
            <a:avLst/>
          </a:prstGeom>
          <a:noFill/>
          <a:ln>
            <a:noFill/>
          </a:ln>
        </p:spPr>
        <p:txBody>
          <a:bodyPr anchorCtr="0" anchor="t" bIns="0" lIns="0" spcFirstLastPara="1" rIns="0" wrap="square" tIns="10475">
            <a:spAutoFit/>
          </a:bodyPr>
          <a:lstStyle/>
          <a:p>
            <a:pPr indent="0" lvl="0" marL="266700" marR="3810" rtl="0" algn="just">
              <a:lnSpc>
                <a:spcPct val="99600"/>
              </a:lnSpc>
              <a:spcBef>
                <a:spcPts val="0"/>
              </a:spcBef>
              <a:spcAft>
                <a:spcPts val="0"/>
              </a:spcAft>
              <a:buClr>
                <a:srgbClr val="000000"/>
              </a:buClr>
              <a:buSzPts val="2100"/>
              <a:buFont typeface="Arial"/>
              <a:buNone/>
            </a:pPr>
            <a:r>
              <a:rPr b="0" i="0" lang="en-US" sz="2100" u="none" cap="none" strike="noStrike">
                <a:solidFill>
                  <a:srgbClr val="000000"/>
                </a:solidFill>
                <a:latin typeface="Calibri"/>
                <a:ea typeface="Calibri"/>
                <a:cs typeface="Calibri"/>
                <a:sym typeface="Calibri"/>
              </a:rPr>
              <a:t>operations which can  be implemented on the  linked queues.</a:t>
            </a:r>
            <a:endParaRPr b="0" i="0" sz="2100" u="none" cap="none" strike="noStrike">
              <a:solidFill>
                <a:srgbClr val="000000"/>
              </a:solidFill>
              <a:latin typeface="Calibri"/>
              <a:ea typeface="Calibri"/>
              <a:cs typeface="Calibri"/>
              <a:sym typeface="Calibri"/>
            </a:endParaRPr>
          </a:p>
          <a:p>
            <a:pPr indent="-257175" lvl="0" marL="266700" marR="3810" rtl="0" algn="just">
              <a:lnSpc>
                <a:spcPct val="100699"/>
              </a:lnSpc>
              <a:spcBef>
                <a:spcPts val="469"/>
              </a:spcBef>
              <a:spcAft>
                <a:spcPts val="0"/>
              </a:spcAft>
              <a:buClr>
                <a:srgbClr val="000000"/>
              </a:buClr>
              <a:buSzPts val="2100"/>
              <a:buFont typeface="Arial"/>
              <a:buChar char="•"/>
            </a:pPr>
            <a:r>
              <a:rPr b="0" i="0" lang="en-US" sz="2100" u="none" cap="none" strike="noStrike">
                <a:solidFill>
                  <a:srgbClr val="000000"/>
                </a:solidFill>
                <a:latin typeface="Calibri"/>
                <a:ea typeface="Calibri"/>
                <a:cs typeface="Calibri"/>
                <a:sym typeface="Calibri"/>
              </a:rPr>
              <a:t>The operations are  Insertion and Deletion.</a:t>
            </a:r>
            <a:endParaRPr b="0" i="0" sz="2100" u="none" cap="none" strike="noStrike">
              <a:solidFill>
                <a:srgbClr val="000000"/>
              </a:solidFill>
              <a:latin typeface="Calibri"/>
              <a:ea typeface="Calibri"/>
              <a:cs typeface="Calibri"/>
              <a:sym typeface="Calibri"/>
            </a:endParaRPr>
          </a:p>
        </p:txBody>
      </p:sp>
      <p:sp>
        <p:nvSpPr>
          <p:cNvPr id="1028" name="Google Shape;1028;p24"/>
          <p:cNvSpPr txBox="1"/>
          <p:nvPr/>
        </p:nvSpPr>
        <p:spPr>
          <a:xfrm>
            <a:off x="1645461" y="2596515"/>
            <a:ext cx="2089785" cy="217367"/>
          </a:xfrm>
          <a:prstGeom prst="rect">
            <a:avLst/>
          </a:prstGeom>
          <a:noFill/>
          <a:ln>
            <a:noFill/>
          </a:ln>
        </p:spPr>
        <p:txBody>
          <a:bodyPr anchorCtr="0" anchor="t" bIns="0" lIns="0" spcFirstLastPara="1" rIns="0" wrap="square" tIns="9525">
            <a:spAutoFit/>
          </a:bodyPr>
          <a:lstStyle/>
          <a:p>
            <a:pPr indent="0" lvl="0" marL="9525" marR="0" rtl="0" algn="l">
              <a:lnSpc>
                <a:spcPct val="100000"/>
              </a:lnSpc>
              <a:spcBef>
                <a:spcPts val="0"/>
              </a:spcBef>
              <a:spcAft>
                <a:spcPts val="0"/>
              </a:spcAft>
              <a:buClr>
                <a:srgbClr val="000000"/>
              </a:buClr>
              <a:buSzPts val="1350"/>
              <a:buFont typeface="Arial"/>
              <a:buNone/>
            </a:pPr>
            <a:r>
              <a:rPr b="0" i="0" lang="en-US" sz="1350" u="none" cap="none" strike="noStrike">
                <a:solidFill>
                  <a:srgbClr val="000000"/>
                </a:solidFill>
                <a:latin typeface="Calibri"/>
                <a:ea typeface="Calibri"/>
                <a:cs typeface="Calibri"/>
                <a:sym typeface="Calibri"/>
              </a:rPr>
              <a:t>shown in the following figure.</a:t>
            </a:r>
            <a:endParaRPr b="0" i="0" sz="1350" u="none" cap="none" strike="noStrike">
              <a:solidFill>
                <a:srgbClr val="000000"/>
              </a:solidFill>
              <a:latin typeface="Calibri"/>
              <a:ea typeface="Calibri"/>
              <a:cs typeface="Calibri"/>
              <a:sym typeface="Calibri"/>
            </a:endParaRPr>
          </a:p>
        </p:txBody>
      </p:sp>
      <p:pic>
        <p:nvPicPr>
          <p:cNvPr id="1029" name="Google Shape;1029;p24"/>
          <p:cNvPicPr preferRelativeResize="0"/>
          <p:nvPr/>
        </p:nvPicPr>
        <p:blipFill rotWithShape="1">
          <a:blip r:embed="rId4">
            <a:alphaModFix/>
          </a:blip>
          <a:srcRect b="0" l="0" r="0" t="0"/>
          <a:stretch/>
        </p:blipFill>
        <p:spPr>
          <a:xfrm>
            <a:off x="7875583" y="1541130"/>
            <a:ext cx="717905" cy="71563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25"/>
          <p:cNvSpPr txBox="1"/>
          <p:nvPr>
            <p:ph type="title"/>
          </p:nvPr>
        </p:nvSpPr>
        <p:spPr>
          <a:xfrm>
            <a:off x="457200" y="55245"/>
            <a:ext cx="8229600" cy="136271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Times New Roman"/>
              <a:buNone/>
            </a:pPr>
            <a:br>
              <a:rPr lang="en-US" sz="4000"/>
            </a:br>
            <a:r>
              <a:rPr lang="en-US" sz="4000"/>
              <a:t>Implementing Queue ADT: </a:t>
            </a:r>
            <a:br>
              <a:rPr lang="en-US" sz="4000"/>
            </a:br>
            <a:r>
              <a:rPr lang="en-US" sz="4000"/>
              <a:t>Circular Array Queue</a:t>
            </a:r>
            <a:br>
              <a:rPr lang="en-US" sz="4000"/>
            </a:br>
            <a:endParaRPr sz="4000"/>
          </a:p>
        </p:txBody>
      </p:sp>
      <p:sp>
        <p:nvSpPr>
          <p:cNvPr id="1035" name="Google Shape;1035;p25"/>
          <p:cNvSpPr txBox="1"/>
          <p:nvPr>
            <p:ph idx="1" type="body"/>
          </p:nvPr>
        </p:nvSpPr>
        <p:spPr>
          <a:xfrm>
            <a:off x="457200" y="1600200"/>
            <a:ext cx="5846445" cy="4526280"/>
          </a:xfrm>
          <a:prstGeom prst="rect">
            <a:avLst/>
          </a:prstGeom>
          <a:noFill/>
          <a:ln>
            <a:noFill/>
          </a:ln>
        </p:spPr>
        <p:txBody>
          <a:bodyPr anchorCtr="0" anchor="t" bIns="45700" lIns="91425" spcFirstLastPara="1" rIns="91425" wrap="square" tIns="45700">
            <a:noAutofit/>
          </a:bodyPr>
          <a:lstStyle/>
          <a:p>
            <a:pPr indent="-177800" lvl="0" marL="342900" rtl="0" algn="just">
              <a:lnSpc>
                <a:spcPct val="100000"/>
              </a:lnSpc>
              <a:spcBef>
                <a:spcPts val="0"/>
              </a:spcBef>
              <a:spcAft>
                <a:spcPts val="0"/>
              </a:spcAft>
              <a:buClr>
                <a:schemeClr val="dk1"/>
              </a:buClr>
              <a:buSzPts val="2600"/>
              <a:buNone/>
            </a:pPr>
            <a:r>
              <a:t/>
            </a:r>
            <a:endParaRPr sz="2600"/>
          </a:p>
          <a:p>
            <a:pPr indent="-342900" lvl="0" marL="457200" rtl="0" algn="l">
              <a:lnSpc>
                <a:spcPct val="100000"/>
              </a:lnSpc>
              <a:spcBef>
                <a:spcPts val="360"/>
              </a:spcBef>
              <a:spcAft>
                <a:spcPts val="0"/>
              </a:spcAft>
              <a:buClr>
                <a:schemeClr val="accent1"/>
              </a:buClr>
              <a:buSzPts val="1976"/>
              <a:buFont typeface="Noto Sans Symbols"/>
              <a:buChar char="✔"/>
            </a:pPr>
            <a:r>
              <a:rPr b="1" lang="en-US" sz="2600"/>
              <a:t>Neat trick</a:t>
            </a:r>
            <a:r>
              <a:rPr lang="en-US" sz="2600"/>
              <a:t>: use a </a:t>
            </a:r>
            <a:r>
              <a:rPr b="1" i="1" lang="en-US" sz="2600"/>
              <a:t>circular array</a:t>
            </a:r>
            <a:r>
              <a:rPr lang="en-US" sz="2600"/>
              <a:t> to insert and remove items from a queue in constant time.</a:t>
            </a:r>
            <a:endParaRPr sz="2600"/>
          </a:p>
          <a:p>
            <a:pPr indent="-342900" lvl="0" marL="457200" rtl="0" algn="l">
              <a:lnSpc>
                <a:spcPct val="100000"/>
              </a:lnSpc>
              <a:spcBef>
                <a:spcPts val="360"/>
              </a:spcBef>
              <a:spcAft>
                <a:spcPts val="0"/>
              </a:spcAft>
              <a:buClr>
                <a:schemeClr val="accent1"/>
              </a:buClr>
              <a:buSzPts val="1976"/>
              <a:buFont typeface="Noto Sans Symbols"/>
              <a:buChar char="✔"/>
            </a:pPr>
            <a:r>
              <a:rPr lang="en-US" sz="2600"/>
              <a:t>The idea of a circular array is that the end of the array “wraps around” to the start of the array.</a:t>
            </a:r>
            <a:endParaRPr sz="2600"/>
          </a:p>
          <a:p>
            <a:pPr indent="0" lvl="0" marL="165100" rtl="0" algn="just">
              <a:lnSpc>
                <a:spcPct val="100000"/>
              </a:lnSpc>
              <a:spcBef>
                <a:spcPts val="520"/>
              </a:spcBef>
              <a:spcAft>
                <a:spcPts val="0"/>
              </a:spcAft>
              <a:buClr>
                <a:schemeClr val="dk1"/>
              </a:buClr>
              <a:buSzPts val="2600"/>
              <a:buFont typeface="Noto Sans Symbols"/>
              <a:buNone/>
            </a:pPr>
            <a:r>
              <a:t/>
            </a:r>
            <a:endParaRPr sz="2600"/>
          </a:p>
        </p:txBody>
      </p:sp>
      <p:sp>
        <p:nvSpPr>
          <p:cNvPr id="1036" name="Google Shape;103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7/27/2023</a:t>
            </a:r>
            <a:endParaRPr/>
          </a:p>
        </p:txBody>
      </p:sp>
      <p:sp>
        <p:nvSpPr>
          <p:cNvPr id="1037" name="Google Shape;103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38" name="Google Shape;103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SRM Institutue of Science and Technology</a:t>
            </a:r>
            <a:endParaRPr/>
          </a:p>
        </p:txBody>
      </p:sp>
      <p:grpSp>
        <p:nvGrpSpPr>
          <p:cNvPr id="1039" name="Google Shape;1039;p25"/>
          <p:cNvGrpSpPr/>
          <p:nvPr/>
        </p:nvGrpSpPr>
        <p:grpSpPr>
          <a:xfrm>
            <a:off x="5895658" y="1599883"/>
            <a:ext cx="2790825" cy="2505075"/>
            <a:chOff x="1156" y="2432"/>
            <a:chExt cx="1740" cy="1649"/>
          </a:xfrm>
        </p:grpSpPr>
        <p:sp>
          <p:nvSpPr>
            <p:cNvPr id="1040" name="Google Shape;1040;p25"/>
            <p:cNvSpPr txBox="1"/>
            <p:nvPr/>
          </p:nvSpPr>
          <p:spPr>
            <a:xfrm>
              <a:off x="2245" y="2432"/>
              <a:ext cx="288" cy="24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ourier New"/>
                  <a:ea typeface="Courier New"/>
                  <a:cs typeface="Courier New"/>
                  <a:sym typeface="Courier New"/>
                </a:rPr>
                <a:t>0</a:t>
              </a:r>
              <a:endParaRPr b="1" i="0" sz="1400" u="none" cap="none" strike="noStrike">
                <a:solidFill>
                  <a:srgbClr val="000000"/>
                </a:solidFill>
                <a:latin typeface="Courier New"/>
                <a:ea typeface="Courier New"/>
                <a:cs typeface="Courier New"/>
                <a:sym typeface="Courier New"/>
              </a:endParaRPr>
            </a:p>
          </p:txBody>
        </p:sp>
        <p:sp>
          <p:nvSpPr>
            <p:cNvPr id="1041" name="Google Shape;1041;p25"/>
            <p:cNvSpPr txBox="1"/>
            <p:nvPr/>
          </p:nvSpPr>
          <p:spPr>
            <a:xfrm>
              <a:off x="2608" y="2840"/>
              <a:ext cx="288" cy="24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ourier New"/>
                  <a:ea typeface="Courier New"/>
                  <a:cs typeface="Courier New"/>
                  <a:sym typeface="Courier New"/>
                </a:rPr>
                <a:t>1</a:t>
              </a:r>
              <a:endParaRPr b="1" i="0" sz="1400" u="none" cap="none" strike="noStrike">
                <a:solidFill>
                  <a:srgbClr val="000000"/>
                </a:solidFill>
                <a:latin typeface="Courier New"/>
                <a:ea typeface="Courier New"/>
                <a:cs typeface="Courier New"/>
                <a:sym typeface="Courier New"/>
              </a:endParaRPr>
            </a:p>
          </p:txBody>
        </p:sp>
        <p:sp>
          <p:nvSpPr>
            <p:cNvPr id="1042" name="Google Shape;1042;p25"/>
            <p:cNvSpPr txBox="1"/>
            <p:nvPr/>
          </p:nvSpPr>
          <p:spPr>
            <a:xfrm>
              <a:off x="2290" y="3793"/>
              <a:ext cx="288" cy="24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ourier New"/>
                  <a:ea typeface="Courier New"/>
                  <a:cs typeface="Courier New"/>
                  <a:sym typeface="Courier New"/>
                </a:rPr>
                <a:t>3</a:t>
              </a:r>
              <a:endParaRPr b="1" i="0" sz="1400" u="none" cap="none" strike="noStrike">
                <a:solidFill>
                  <a:srgbClr val="000000"/>
                </a:solidFill>
                <a:latin typeface="Courier New"/>
                <a:ea typeface="Courier New"/>
                <a:cs typeface="Courier New"/>
                <a:sym typeface="Courier New"/>
              </a:endParaRPr>
            </a:p>
          </p:txBody>
        </p:sp>
        <p:sp>
          <p:nvSpPr>
            <p:cNvPr id="1043" name="Google Shape;1043;p25"/>
            <p:cNvSpPr txBox="1"/>
            <p:nvPr/>
          </p:nvSpPr>
          <p:spPr>
            <a:xfrm>
              <a:off x="2608" y="3385"/>
              <a:ext cx="288" cy="24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ourier New"/>
                  <a:ea typeface="Courier New"/>
                  <a:cs typeface="Courier New"/>
                  <a:sym typeface="Courier New"/>
                </a:rPr>
                <a:t>2</a:t>
              </a:r>
              <a:endParaRPr b="1" i="0" sz="1400" u="none" cap="none" strike="noStrike">
                <a:solidFill>
                  <a:srgbClr val="000000"/>
                </a:solidFill>
                <a:latin typeface="Courier New"/>
                <a:ea typeface="Courier New"/>
                <a:cs typeface="Courier New"/>
                <a:sym typeface="Courier New"/>
              </a:endParaRPr>
            </a:p>
          </p:txBody>
        </p:sp>
        <p:sp>
          <p:nvSpPr>
            <p:cNvPr id="1044" name="Google Shape;1044;p25"/>
            <p:cNvSpPr txBox="1"/>
            <p:nvPr/>
          </p:nvSpPr>
          <p:spPr>
            <a:xfrm>
              <a:off x="1565" y="3838"/>
              <a:ext cx="288" cy="24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ourier New"/>
                  <a:ea typeface="Courier New"/>
                  <a:cs typeface="Courier New"/>
                  <a:sym typeface="Courier New"/>
                </a:rPr>
                <a:t>4</a:t>
              </a:r>
              <a:endParaRPr b="1" i="0" sz="1400" u="none" cap="none" strike="noStrike">
                <a:solidFill>
                  <a:srgbClr val="000000"/>
                </a:solidFill>
                <a:latin typeface="Courier New"/>
                <a:ea typeface="Courier New"/>
                <a:cs typeface="Courier New"/>
                <a:sym typeface="Courier New"/>
              </a:endParaRPr>
            </a:p>
          </p:txBody>
        </p:sp>
        <p:sp>
          <p:nvSpPr>
            <p:cNvPr id="1045" name="Google Shape;1045;p25"/>
            <p:cNvSpPr txBox="1"/>
            <p:nvPr/>
          </p:nvSpPr>
          <p:spPr>
            <a:xfrm>
              <a:off x="1156" y="3430"/>
              <a:ext cx="288" cy="24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ourier New"/>
                  <a:ea typeface="Courier New"/>
                  <a:cs typeface="Courier New"/>
                  <a:sym typeface="Courier New"/>
                </a:rPr>
                <a:t>5</a:t>
              </a:r>
              <a:endParaRPr b="1" i="0" sz="1400" u="none" cap="none" strike="noStrike">
                <a:solidFill>
                  <a:srgbClr val="000000"/>
                </a:solidFill>
                <a:latin typeface="Courier New"/>
                <a:ea typeface="Courier New"/>
                <a:cs typeface="Courier New"/>
                <a:sym typeface="Courier New"/>
              </a:endParaRPr>
            </a:p>
          </p:txBody>
        </p:sp>
        <p:sp>
          <p:nvSpPr>
            <p:cNvPr id="1046" name="Google Shape;1046;p25"/>
            <p:cNvSpPr txBox="1"/>
            <p:nvPr/>
          </p:nvSpPr>
          <p:spPr>
            <a:xfrm>
              <a:off x="1202" y="2840"/>
              <a:ext cx="288" cy="24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ourier New"/>
                  <a:ea typeface="Courier New"/>
                  <a:cs typeface="Courier New"/>
                  <a:sym typeface="Courier New"/>
                </a:rPr>
                <a:t>6</a:t>
              </a:r>
              <a:endParaRPr b="1" i="0" sz="1400" u="none" cap="none" strike="noStrike">
                <a:solidFill>
                  <a:srgbClr val="000000"/>
                </a:solidFill>
                <a:latin typeface="Courier New"/>
                <a:ea typeface="Courier New"/>
                <a:cs typeface="Courier New"/>
                <a:sym typeface="Courier New"/>
              </a:endParaRPr>
            </a:p>
          </p:txBody>
        </p:sp>
        <p:grpSp>
          <p:nvGrpSpPr>
            <p:cNvPr id="1047" name="Google Shape;1047;p25"/>
            <p:cNvGrpSpPr/>
            <p:nvPr/>
          </p:nvGrpSpPr>
          <p:grpSpPr>
            <a:xfrm>
              <a:off x="1338" y="2540"/>
              <a:ext cx="1403" cy="1403"/>
              <a:chOff x="1780" y="2341"/>
              <a:chExt cx="1403" cy="1403"/>
            </a:xfrm>
          </p:grpSpPr>
          <p:sp>
            <p:nvSpPr>
              <p:cNvPr id="1048" name="Google Shape;1048;p25"/>
              <p:cNvSpPr/>
              <p:nvPr/>
            </p:nvSpPr>
            <p:spPr>
              <a:xfrm>
                <a:off x="1904" y="2470"/>
                <a:ext cx="1152" cy="1152"/>
              </a:xfrm>
              <a:prstGeom prst="ellipse">
                <a:avLst/>
              </a:prstGeom>
              <a:noFill/>
              <a:ln cap="flat" cmpd="sng" w="406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049" name="Google Shape;1049;p25"/>
              <p:cNvCxnSpPr/>
              <p:nvPr/>
            </p:nvCxnSpPr>
            <p:spPr>
              <a:xfrm>
                <a:off x="2490" y="2341"/>
                <a:ext cx="9" cy="1403"/>
              </a:xfrm>
              <a:prstGeom prst="straightConnector1">
                <a:avLst/>
              </a:prstGeom>
              <a:noFill/>
              <a:ln cap="flat" cmpd="sng" w="9525">
                <a:solidFill>
                  <a:schemeClr val="dk1"/>
                </a:solidFill>
                <a:prstDash val="solid"/>
                <a:round/>
                <a:headEnd len="sm" w="sm" type="none"/>
                <a:tailEnd len="sm" w="sm" type="none"/>
              </a:ln>
            </p:spPr>
          </p:cxnSp>
          <p:cxnSp>
            <p:nvCxnSpPr>
              <p:cNvPr id="1050" name="Google Shape;1050;p25"/>
              <p:cNvCxnSpPr/>
              <p:nvPr/>
            </p:nvCxnSpPr>
            <p:spPr>
              <a:xfrm rot="-5400000">
                <a:off x="2477" y="2346"/>
                <a:ext cx="9" cy="1403"/>
              </a:xfrm>
              <a:prstGeom prst="straightConnector1">
                <a:avLst/>
              </a:prstGeom>
              <a:noFill/>
              <a:ln cap="flat" cmpd="sng" w="9525">
                <a:solidFill>
                  <a:schemeClr val="dk1"/>
                </a:solidFill>
                <a:prstDash val="solid"/>
                <a:round/>
                <a:headEnd len="sm" w="sm" type="none"/>
                <a:tailEnd len="sm" w="sm" type="none"/>
              </a:ln>
            </p:spPr>
          </p:cxnSp>
          <p:cxnSp>
            <p:nvCxnSpPr>
              <p:cNvPr id="1051" name="Google Shape;1051;p25"/>
              <p:cNvCxnSpPr/>
              <p:nvPr/>
            </p:nvCxnSpPr>
            <p:spPr>
              <a:xfrm rot="-2622516">
                <a:off x="2473" y="2324"/>
                <a:ext cx="9" cy="1403"/>
              </a:xfrm>
              <a:prstGeom prst="straightConnector1">
                <a:avLst/>
              </a:prstGeom>
              <a:noFill/>
              <a:ln cap="flat" cmpd="sng" w="9525">
                <a:solidFill>
                  <a:schemeClr val="dk1"/>
                </a:solidFill>
                <a:prstDash val="solid"/>
                <a:round/>
                <a:headEnd len="sm" w="sm" type="none"/>
                <a:tailEnd len="sm" w="sm" type="none"/>
              </a:ln>
            </p:spPr>
          </p:cxnSp>
          <p:cxnSp>
            <p:nvCxnSpPr>
              <p:cNvPr id="1052" name="Google Shape;1052;p25"/>
              <p:cNvCxnSpPr/>
              <p:nvPr/>
            </p:nvCxnSpPr>
            <p:spPr>
              <a:xfrm rot="2624116">
                <a:off x="2490" y="2359"/>
                <a:ext cx="9" cy="1403"/>
              </a:xfrm>
              <a:prstGeom prst="straightConnector1">
                <a:avLst/>
              </a:prstGeom>
              <a:noFill/>
              <a:ln cap="flat" cmpd="sng" w="9525">
                <a:solidFill>
                  <a:schemeClr val="dk1"/>
                </a:solidFill>
                <a:prstDash val="solid"/>
                <a:round/>
                <a:headEnd len="sm" w="sm" type="none"/>
                <a:tailEnd len="sm" w="sm" type="none"/>
              </a:ln>
            </p:spPr>
          </p:cxnSp>
          <p:sp>
            <p:nvSpPr>
              <p:cNvPr id="1053" name="Google Shape;1053;p25"/>
              <p:cNvSpPr/>
              <p:nvPr/>
            </p:nvSpPr>
            <p:spPr>
              <a:xfrm>
                <a:off x="2035" y="2600"/>
                <a:ext cx="892" cy="89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054" name="Google Shape;1054;p25"/>
            <p:cNvSpPr txBox="1"/>
            <p:nvPr/>
          </p:nvSpPr>
          <p:spPr>
            <a:xfrm>
              <a:off x="1610" y="2432"/>
              <a:ext cx="288" cy="24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ourier New"/>
                  <a:ea typeface="Courier New"/>
                  <a:cs typeface="Courier New"/>
                  <a:sym typeface="Courier New"/>
                </a:rPr>
                <a:t>7</a:t>
              </a:r>
              <a:endParaRPr b="1" i="0" sz="1400" u="none" cap="none" strike="noStrike">
                <a:solidFill>
                  <a:srgbClr val="000000"/>
                </a:solidFill>
                <a:latin typeface="Courier New"/>
                <a:ea typeface="Courier New"/>
                <a:cs typeface="Courier New"/>
                <a:sym typeface="Courier New"/>
              </a:endParaRPr>
            </a:p>
          </p:txBody>
        </p:sp>
      </p:grpSp>
      <p:grpSp>
        <p:nvGrpSpPr>
          <p:cNvPr id="1055" name="Google Shape;1055;p25"/>
          <p:cNvGrpSpPr/>
          <p:nvPr/>
        </p:nvGrpSpPr>
        <p:grpSpPr>
          <a:xfrm>
            <a:off x="566420" y="4859973"/>
            <a:ext cx="7772400" cy="1225550"/>
            <a:chOff x="685800" y="1155958"/>
            <a:chExt cx="7772400" cy="1225352"/>
          </a:xfrm>
        </p:grpSpPr>
        <p:sp>
          <p:nvSpPr>
            <p:cNvPr id="1056" name="Google Shape;1056;p25"/>
            <p:cNvSpPr/>
            <p:nvPr/>
          </p:nvSpPr>
          <p:spPr>
            <a:xfrm>
              <a:off x="685800" y="1155958"/>
              <a:ext cx="7772400" cy="1219003"/>
            </a:xfrm>
            <a:prstGeom prst="rect">
              <a:avLst/>
            </a:prstGeom>
            <a:solidFill>
              <a:srgbClr val="DAE5F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p:txBody>
        </p:sp>
        <p:sp>
          <p:nvSpPr>
            <p:cNvPr id="1057" name="Google Shape;1057;p25"/>
            <p:cNvSpPr/>
            <p:nvPr/>
          </p:nvSpPr>
          <p:spPr>
            <a:xfrm>
              <a:off x="16002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58" name="Google Shape;1058;p25"/>
            <p:cNvSpPr/>
            <p:nvPr/>
          </p:nvSpPr>
          <p:spPr>
            <a:xfrm>
              <a:off x="19050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59" name="Google Shape;1059;p25"/>
            <p:cNvSpPr/>
            <p:nvPr/>
          </p:nvSpPr>
          <p:spPr>
            <a:xfrm>
              <a:off x="22098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60" name="Google Shape;1060;p25"/>
            <p:cNvSpPr/>
            <p:nvPr/>
          </p:nvSpPr>
          <p:spPr>
            <a:xfrm>
              <a:off x="25146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61" name="Google Shape;1061;p25"/>
            <p:cNvSpPr/>
            <p:nvPr/>
          </p:nvSpPr>
          <p:spPr>
            <a:xfrm>
              <a:off x="28194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62" name="Google Shape;1062;p25"/>
            <p:cNvSpPr/>
            <p:nvPr/>
          </p:nvSpPr>
          <p:spPr>
            <a:xfrm>
              <a:off x="31242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63" name="Google Shape;1063;p25"/>
            <p:cNvSpPr/>
            <p:nvPr/>
          </p:nvSpPr>
          <p:spPr>
            <a:xfrm>
              <a:off x="34290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64" name="Google Shape;1064;p25"/>
            <p:cNvSpPr/>
            <p:nvPr/>
          </p:nvSpPr>
          <p:spPr>
            <a:xfrm>
              <a:off x="37338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b</a:t>
              </a:r>
              <a:endParaRPr b="0" i="0" sz="1400" u="none" cap="none" strike="noStrike">
                <a:solidFill>
                  <a:srgbClr val="000000"/>
                </a:solidFill>
                <a:latin typeface="Calibri"/>
                <a:ea typeface="Calibri"/>
                <a:cs typeface="Calibri"/>
                <a:sym typeface="Calibri"/>
              </a:endParaRPr>
            </a:p>
          </p:txBody>
        </p:sp>
        <p:sp>
          <p:nvSpPr>
            <p:cNvPr id="1065" name="Google Shape;1065;p25"/>
            <p:cNvSpPr/>
            <p:nvPr/>
          </p:nvSpPr>
          <p:spPr>
            <a:xfrm>
              <a:off x="40386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c</a:t>
              </a:r>
              <a:endParaRPr b="0" i="0" sz="1400" u="none" cap="none" strike="noStrike">
                <a:solidFill>
                  <a:srgbClr val="000000"/>
                </a:solidFill>
                <a:latin typeface="Calibri"/>
                <a:ea typeface="Calibri"/>
                <a:cs typeface="Calibri"/>
                <a:sym typeface="Calibri"/>
              </a:endParaRPr>
            </a:p>
          </p:txBody>
        </p:sp>
        <p:sp>
          <p:nvSpPr>
            <p:cNvPr id="1066" name="Google Shape;1066;p25"/>
            <p:cNvSpPr/>
            <p:nvPr/>
          </p:nvSpPr>
          <p:spPr>
            <a:xfrm>
              <a:off x="43434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d</a:t>
              </a:r>
              <a:endParaRPr b="0" i="0" sz="1400" u="none" cap="none" strike="noStrike">
                <a:solidFill>
                  <a:srgbClr val="000000"/>
                </a:solidFill>
                <a:latin typeface="Calibri"/>
                <a:ea typeface="Calibri"/>
                <a:cs typeface="Calibri"/>
                <a:sym typeface="Calibri"/>
              </a:endParaRPr>
            </a:p>
          </p:txBody>
        </p:sp>
        <p:sp>
          <p:nvSpPr>
            <p:cNvPr id="1067" name="Google Shape;1067;p25"/>
            <p:cNvSpPr/>
            <p:nvPr/>
          </p:nvSpPr>
          <p:spPr>
            <a:xfrm>
              <a:off x="46482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e</a:t>
              </a:r>
              <a:endParaRPr b="0" i="0" sz="1400" u="none" cap="none" strike="noStrike">
                <a:solidFill>
                  <a:srgbClr val="000000"/>
                </a:solidFill>
                <a:latin typeface="Calibri"/>
                <a:ea typeface="Calibri"/>
                <a:cs typeface="Calibri"/>
                <a:sym typeface="Calibri"/>
              </a:endParaRPr>
            </a:p>
          </p:txBody>
        </p:sp>
        <p:sp>
          <p:nvSpPr>
            <p:cNvPr id="1068" name="Google Shape;1068;p25"/>
            <p:cNvSpPr/>
            <p:nvPr/>
          </p:nvSpPr>
          <p:spPr>
            <a:xfrm>
              <a:off x="49530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f</a:t>
              </a:r>
              <a:endParaRPr b="0" i="0" sz="1400" u="none" cap="none" strike="noStrike">
                <a:solidFill>
                  <a:srgbClr val="000000"/>
                </a:solidFill>
                <a:latin typeface="Calibri"/>
                <a:ea typeface="Calibri"/>
                <a:cs typeface="Calibri"/>
                <a:sym typeface="Calibri"/>
              </a:endParaRPr>
            </a:p>
          </p:txBody>
        </p:sp>
        <p:sp>
          <p:nvSpPr>
            <p:cNvPr id="1069" name="Google Shape;1069;p25"/>
            <p:cNvSpPr/>
            <p:nvPr/>
          </p:nvSpPr>
          <p:spPr>
            <a:xfrm>
              <a:off x="52578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0" name="Google Shape;1070;p25"/>
            <p:cNvSpPr/>
            <p:nvPr/>
          </p:nvSpPr>
          <p:spPr>
            <a:xfrm>
              <a:off x="55626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1" name="Google Shape;1071;p25"/>
            <p:cNvSpPr/>
            <p:nvPr/>
          </p:nvSpPr>
          <p:spPr>
            <a:xfrm>
              <a:off x="58674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2" name="Google Shape;1072;p25"/>
            <p:cNvSpPr/>
            <p:nvPr/>
          </p:nvSpPr>
          <p:spPr>
            <a:xfrm>
              <a:off x="61722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3" name="Google Shape;1073;p25"/>
            <p:cNvSpPr/>
            <p:nvPr/>
          </p:nvSpPr>
          <p:spPr>
            <a:xfrm>
              <a:off x="64770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4" name="Google Shape;1074;p25"/>
            <p:cNvSpPr/>
            <p:nvPr/>
          </p:nvSpPr>
          <p:spPr>
            <a:xfrm>
              <a:off x="67818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5" name="Google Shape;1075;p25"/>
            <p:cNvSpPr/>
            <p:nvPr/>
          </p:nvSpPr>
          <p:spPr>
            <a:xfrm>
              <a:off x="70866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6" name="Google Shape;1076;p25"/>
            <p:cNvSpPr/>
            <p:nvPr/>
          </p:nvSpPr>
          <p:spPr>
            <a:xfrm>
              <a:off x="73914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77" name="Google Shape;1077;p25"/>
            <p:cNvSpPr txBox="1"/>
            <p:nvPr/>
          </p:nvSpPr>
          <p:spPr>
            <a:xfrm>
              <a:off x="838200" y="1219200"/>
              <a:ext cx="52610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Q:</a:t>
              </a:r>
              <a:endParaRPr b="0" i="0" sz="2400" u="none" cap="none" strike="noStrike">
                <a:solidFill>
                  <a:srgbClr val="000000"/>
                </a:solidFill>
                <a:latin typeface="Calibri"/>
                <a:ea typeface="Calibri"/>
                <a:cs typeface="Calibri"/>
                <a:sym typeface="Calibri"/>
              </a:endParaRPr>
            </a:p>
          </p:txBody>
        </p:sp>
        <p:sp>
          <p:nvSpPr>
            <p:cNvPr id="1078" name="Google Shape;1078;p25"/>
            <p:cNvSpPr txBox="1"/>
            <p:nvPr/>
          </p:nvSpPr>
          <p:spPr>
            <a:xfrm>
              <a:off x="1592094" y="1219200"/>
              <a:ext cx="32733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0</a:t>
              </a:r>
              <a:endParaRPr b="0" i="0" sz="2000" u="none" cap="none" strike="noStrike">
                <a:solidFill>
                  <a:srgbClr val="000000"/>
                </a:solidFill>
                <a:latin typeface="Calibri"/>
                <a:ea typeface="Calibri"/>
                <a:cs typeface="Calibri"/>
                <a:sym typeface="Calibri"/>
              </a:endParaRPr>
            </a:p>
          </p:txBody>
        </p:sp>
        <p:sp>
          <p:nvSpPr>
            <p:cNvPr id="1079" name="Google Shape;1079;p25"/>
            <p:cNvSpPr txBox="1"/>
            <p:nvPr/>
          </p:nvSpPr>
          <p:spPr>
            <a:xfrm>
              <a:off x="7315200" y="1219200"/>
              <a:ext cx="103746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size - 1</a:t>
              </a:r>
              <a:endParaRPr b="0" i="0" sz="2000" u="none" cap="none" strike="noStrike">
                <a:solidFill>
                  <a:srgbClr val="000000"/>
                </a:solidFill>
                <a:latin typeface="Calibri"/>
                <a:ea typeface="Calibri"/>
                <a:cs typeface="Calibri"/>
                <a:sym typeface="Calibri"/>
              </a:endParaRPr>
            </a:p>
          </p:txBody>
        </p:sp>
        <p:cxnSp>
          <p:nvCxnSpPr>
            <p:cNvPr id="1080" name="Google Shape;1080;p25"/>
            <p:cNvCxnSpPr>
              <a:endCxn id="1064" idx="2"/>
            </p:cNvCxnSpPr>
            <p:nvPr/>
          </p:nvCxnSpPr>
          <p:spPr>
            <a:xfrm rot="10800000">
              <a:off x="3886200" y="1905000"/>
              <a:ext cx="1500" cy="273000"/>
            </a:xfrm>
            <a:prstGeom prst="straightConnector1">
              <a:avLst/>
            </a:prstGeom>
            <a:noFill/>
            <a:ln cap="flat" cmpd="sng" w="9525">
              <a:solidFill>
                <a:schemeClr val="dk1"/>
              </a:solidFill>
              <a:prstDash val="solid"/>
              <a:round/>
              <a:headEnd len="sm" w="sm" type="none"/>
              <a:tailEnd len="med" w="med" type="triangle"/>
            </a:ln>
          </p:spPr>
        </p:cxnSp>
        <p:cxnSp>
          <p:nvCxnSpPr>
            <p:cNvPr id="1081" name="Google Shape;1081;p25"/>
            <p:cNvCxnSpPr/>
            <p:nvPr/>
          </p:nvCxnSpPr>
          <p:spPr>
            <a:xfrm flipH="1" rot="10800000">
              <a:off x="5406565" y="1905000"/>
              <a:ext cx="6350" cy="273050"/>
            </a:xfrm>
            <a:prstGeom prst="straightConnector1">
              <a:avLst/>
            </a:prstGeom>
            <a:noFill/>
            <a:ln cap="flat" cmpd="sng" w="9525">
              <a:solidFill>
                <a:schemeClr val="dk1"/>
              </a:solidFill>
              <a:prstDash val="solid"/>
              <a:round/>
              <a:headEnd len="sm" w="sm" type="none"/>
              <a:tailEnd len="med" w="med" type="triangle"/>
            </a:ln>
          </p:spPr>
        </p:cxnSp>
        <p:sp>
          <p:nvSpPr>
            <p:cNvPr id="1082" name="Google Shape;1082;p25"/>
            <p:cNvSpPr txBox="1"/>
            <p:nvPr/>
          </p:nvSpPr>
          <p:spPr>
            <a:xfrm>
              <a:off x="3276600" y="1981200"/>
              <a:ext cx="69602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front</a:t>
              </a:r>
              <a:endParaRPr b="0" i="0" sz="2000" u="none" cap="none" strike="noStrike">
                <a:solidFill>
                  <a:srgbClr val="000000"/>
                </a:solidFill>
                <a:latin typeface="Calibri"/>
                <a:ea typeface="Calibri"/>
                <a:cs typeface="Calibri"/>
                <a:sym typeface="Calibri"/>
              </a:endParaRPr>
            </a:p>
          </p:txBody>
        </p:sp>
        <p:sp>
          <p:nvSpPr>
            <p:cNvPr id="1083" name="Google Shape;1083;p25"/>
            <p:cNvSpPr txBox="1"/>
            <p:nvPr/>
          </p:nvSpPr>
          <p:spPr>
            <a:xfrm>
              <a:off x="5343074" y="1962090"/>
              <a:ext cx="72648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back</a:t>
              </a:r>
              <a:endParaRPr b="0" i="0" sz="20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Times New Roman"/>
              <a:buNone/>
            </a:pPr>
            <a:r>
              <a:rPr lang="en-US" sz="4000"/>
              <a:t>Circular Array Queue</a:t>
            </a:r>
            <a:endParaRPr sz="4000"/>
          </a:p>
        </p:txBody>
      </p:sp>
      <p:sp>
        <p:nvSpPr>
          <p:cNvPr id="1089" name="Google Shape;1089;p26"/>
          <p:cNvSpPr txBox="1"/>
          <p:nvPr>
            <p:ph idx="1" type="body"/>
          </p:nvPr>
        </p:nvSpPr>
        <p:spPr>
          <a:xfrm>
            <a:off x="228600" y="2533650"/>
            <a:ext cx="8315325" cy="3939540"/>
          </a:xfrm>
          <a:prstGeom prst="rect">
            <a:avLst/>
          </a:prstGeom>
          <a:noFill/>
          <a:ln>
            <a:noFill/>
          </a:ln>
        </p:spPr>
        <p:txBody>
          <a:bodyPr anchorCtr="0" anchor="t" bIns="45700" lIns="91425" spcFirstLastPara="1" rIns="91425" wrap="square" tIns="45700">
            <a:normAutofit fontScale="90000" lnSpcReduction="20000"/>
          </a:bodyPr>
          <a:lstStyle/>
          <a:p>
            <a:pPr indent="0" lvl="0" marL="0" rtl="0" algn="l">
              <a:lnSpc>
                <a:spcPct val="90000"/>
              </a:lnSpc>
              <a:spcBef>
                <a:spcPts val="200"/>
              </a:spcBef>
              <a:spcAft>
                <a:spcPts val="0"/>
              </a:spcAft>
              <a:buSzPct val="76923"/>
              <a:buNone/>
            </a:pPr>
            <a:r>
              <a:rPr b="1" lang="en-US" sz="2600">
                <a:latin typeface="Courier New"/>
                <a:ea typeface="Courier New"/>
                <a:cs typeface="Courier New"/>
                <a:sym typeface="Courier New"/>
              </a:rPr>
              <a:t>// Basic idea!</a:t>
            </a:r>
            <a:endParaRPr b="1" sz="2600">
              <a:latin typeface="Courier New"/>
              <a:ea typeface="Courier New"/>
              <a:cs typeface="Courier New"/>
              <a:sym typeface="Courier New"/>
            </a:endParaRPr>
          </a:p>
          <a:p>
            <a:pPr indent="0" lvl="0" marL="0" rtl="0" algn="l">
              <a:lnSpc>
                <a:spcPct val="90000"/>
              </a:lnSpc>
              <a:spcBef>
                <a:spcPts val="200"/>
              </a:spcBef>
              <a:spcAft>
                <a:spcPts val="0"/>
              </a:spcAft>
              <a:buSzPct val="76923"/>
              <a:buNone/>
            </a:pPr>
            <a:r>
              <a:rPr b="1" lang="en-US" sz="2600">
                <a:solidFill>
                  <a:srgbClr val="373D54"/>
                </a:solidFill>
                <a:latin typeface="Courier New"/>
                <a:ea typeface="Courier New"/>
                <a:cs typeface="Courier New"/>
                <a:sym typeface="Courier New"/>
              </a:rPr>
              <a:t>enqueue</a:t>
            </a:r>
            <a:r>
              <a:rPr b="1" lang="en-US" sz="2600">
                <a:latin typeface="Courier New"/>
                <a:ea typeface="Courier New"/>
                <a:cs typeface="Courier New"/>
                <a:sym typeface="Courier New"/>
              </a:rPr>
              <a:t>(x) {</a:t>
            </a:r>
            <a:endParaRPr b="1" sz="2600">
              <a:latin typeface="Courier New"/>
              <a:ea typeface="Courier New"/>
              <a:cs typeface="Courier New"/>
              <a:sym typeface="Courier New"/>
            </a:endParaRPr>
          </a:p>
          <a:p>
            <a:pPr indent="0" lvl="0" marL="0" rtl="0" algn="l">
              <a:lnSpc>
                <a:spcPct val="90000"/>
              </a:lnSpc>
              <a:spcBef>
                <a:spcPts val="200"/>
              </a:spcBef>
              <a:spcAft>
                <a:spcPts val="0"/>
              </a:spcAft>
              <a:buSzPct val="76923"/>
              <a:buNone/>
            </a:pPr>
            <a:r>
              <a:rPr b="1" lang="en-US" sz="2600">
                <a:latin typeface="Courier New"/>
                <a:ea typeface="Courier New"/>
                <a:cs typeface="Courier New"/>
                <a:sym typeface="Courier New"/>
              </a:rPr>
              <a:t>Q[back] = x;</a:t>
            </a:r>
            <a:endParaRPr b="1" sz="2600">
              <a:latin typeface="Courier New"/>
              <a:ea typeface="Courier New"/>
              <a:cs typeface="Courier New"/>
              <a:sym typeface="Courier New"/>
            </a:endParaRPr>
          </a:p>
          <a:p>
            <a:pPr indent="0" lvl="0" marL="0" rtl="0" algn="l">
              <a:lnSpc>
                <a:spcPct val="90000"/>
              </a:lnSpc>
              <a:spcBef>
                <a:spcPts val="200"/>
              </a:spcBef>
              <a:spcAft>
                <a:spcPts val="0"/>
              </a:spcAft>
              <a:buSzPct val="76923"/>
              <a:buNone/>
            </a:pPr>
            <a:r>
              <a:rPr b="1" lang="en-US" sz="2600">
                <a:latin typeface="Courier New"/>
                <a:ea typeface="Courier New"/>
                <a:cs typeface="Courier New"/>
                <a:sym typeface="Courier New"/>
              </a:rPr>
              <a:t>back = (back + 1) % size </a:t>
            </a:r>
            <a:endParaRPr b="1" sz="2600">
              <a:latin typeface="Courier New"/>
              <a:ea typeface="Courier New"/>
              <a:cs typeface="Courier New"/>
              <a:sym typeface="Courier New"/>
            </a:endParaRPr>
          </a:p>
          <a:p>
            <a:pPr indent="0" lvl="0" marL="0" rtl="0" algn="l">
              <a:lnSpc>
                <a:spcPct val="90000"/>
              </a:lnSpc>
              <a:spcBef>
                <a:spcPts val="200"/>
              </a:spcBef>
              <a:spcAft>
                <a:spcPts val="0"/>
              </a:spcAft>
              <a:buSzPct val="76923"/>
              <a:buNone/>
            </a:pPr>
            <a:r>
              <a:rPr b="1" lang="en-US" sz="2600">
                <a:latin typeface="Courier New"/>
                <a:ea typeface="Courier New"/>
                <a:cs typeface="Courier New"/>
                <a:sym typeface="Courier New"/>
              </a:rPr>
              <a:t>}</a:t>
            </a:r>
            <a:endParaRPr b="1" sz="2600">
              <a:latin typeface="Courier New"/>
              <a:ea typeface="Courier New"/>
              <a:cs typeface="Courier New"/>
              <a:sym typeface="Courier New"/>
            </a:endParaRPr>
          </a:p>
          <a:p>
            <a:pPr indent="-228600" lvl="0" marL="342900" rtl="0" algn="l">
              <a:lnSpc>
                <a:spcPct val="90000"/>
              </a:lnSpc>
              <a:spcBef>
                <a:spcPts val="200"/>
              </a:spcBef>
              <a:spcAft>
                <a:spcPts val="0"/>
              </a:spcAft>
              <a:buSzPct val="76923"/>
              <a:buNone/>
            </a:pPr>
            <a:r>
              <a:t/>
            </a:r>
            <a:endParaRPr sz="2600"/>
          </a:p>
          <a:p>
            <a:pPr indent="0" lvl="0" marL="114300" rtl="0" algn="l">
              <a:lnSpc>
                <a:spcPct val="100000"/>
              </a:lnSpc>
              <a:spcBef>
                <a:spcPts val="200"/>
              </a:spcBef>
              <a:spcAft>
                <a:spcPts val="0"/>
              </a:spcAft>
              <a:buSzPct val="76923"/>
              <a:buNone/>
            </a:pPr>
            <a:r>
              <a:rPr b="1" lang="en-US" sz="2600">
                <a:latin typeface="Courier New"/>
                <a:ea typeface="Courier New"/>
                <a:cs typeface="Courier New"/>
                <a:sym typeface="Courier New"/>
              </a:rPr>
              <a:t>/ Basic idea!</a:t>
            </a:r>
            <a:endParaRPr b="1" sz="2600">
              <a:latin typeface="Courier New"/>
              <a:ea typeface="Courier New"/>
              <a:cs typeface="Courier New"/>
              <a:sym typeface="Courier New"/>
            </a:endParaRPr>
          </a:p>
          <a:p>
            <a:pPr indent="0" lvl="0" marL="114300" rtl="0" algn="l">
              <a:lnSpc>
                <a:spcPct val="100000"/>
              </a:lnSpc>
              <a:spcBef>
                <a:spcPts val="200"/>
              </a:spcBef>
              <a:spcAft>
                <a:spcPts val="0"/>
              </a:spcAft>
              <a:buSzPct val="76923"/>
              <a:buNone/>
            </a:pPr>
            <a:r>
              <a:rPr b="1" lang="en-US" sz="2600">
                <a:solidFill>
                  <a:srgbClr val="254061"/>
                </a:solidFill>
                <a:latin typeface="Courier New"/>
                <a:ea typeface="Courier New"/>
                <a:cs typeface="Courier New"/>
                <a:sym typeface="Courier New"/>
              </a:rPr>
              <a:t>dequeue</a:t>
            </a:r>
            <a:r>
              <a:rPr b="1" lang="en-US" sz="2600">
                <a:latin typeface="Courier New"/>
                <a:ea typeface="Courier New"/>
                <a:cs typeface="Courier New"/>
                <a:sym typeface="Courier New"/>
              </a:rPr>
              <a:t>() {</a:t>
            </a:r>
            <a:endParaRPr b="1" sz="2600">
              <a:latin typeface="Courier New"/>
              <a:ea typeface="Courier New"/>
              <a:cs typeface="Courier New"/>
              <a:sym typeface="Courier New"/>
            </a:endParaRPr>
          </a:p>
          <a:p>
            <a:pPr indent="0" lvl="1" marL="0" rtl="0" algn="l">
              <a:lnSpc>
                <a:spcPct val="100000"/>
              </a:lnSpc>
              <a:spcBef>
                <a:spcPts val="200"/>
              </a:spcBef>
              <a:spcAft>
                <a:spcPts val="0"/>
              </a:spcAft>
              <a:buSzPct val="76923"/>
              <a:buNone/>
            </a:pPr>
            <a:r>
              <a:rPr b="1" lang="en-US" sz="2600">
                <a:latin typeface="Courier New"/>
                <a:ea typeface="Courier New"/>
                <a:cs typeface="Courier New"/>
                <a:sym typeface="Courier New"/>
              </a:rPr>
              <a:t>x = Q[front];</a:t>
            </a:r>
            <a:endParaRPr b="1" sz="2600">
              <a:latin typeface="Courier New"/>
              <a:ea typeface="Courier New"/>
              <a:cs typeface="Courier New"/>
              <a:sym typeface="Courier New"/>
            </a:endParaRPr>
          </a:p>
          <a:p>
            <a:pPr indent="0" lvl="1" marL="0" rtl="0" algn="l">
              <a:lnSpc>
                <a:spcPct val="100000"/>
              </a:lnSpc>
              <a:spcBef>
                <a:spcPts val="200"/>
              </a:spcBef>
              <a:spcAft>
                <a:spcPts val="0"/>
              </a:spcAft>
              <a:buSzPct val="76923"/>
              <a:buNone/>
            </a:pPr>
            <a:r>
              <a:rPr b="1" lang="en-US" sz="2600">
                <a:latin typeface="Courier New"/>
                <a:ea typeface="Courier New"/>
                <a:cs typeface="Courier New"/>
                <a:sym typeface="Courier New"/>
              </a:rPr>
              <a:t>front = (front + 1) % size;</a:t>
            </a:r>
            <a:endParaRPr b="1" sz="2600">
              <a:latin typeface="Courier New"/>
              <a:ea typeface="Courier New"/>
              <a:cs typeface="Courier New"/>
              <a:sym typeface="Courier New"/>
            </a:endParaRPr>
          </a:p>
          <a:p>
            <a:pPr indent="0" lvl="1" marL="0" rtl="0" algn="l">
              <a:lnSpc>
                <a:spcPct val="100000"/>
              </a:lnSpc>
              <a:spcBef>
                <a:spcPts val="200"/>
              </a:spcBef>
              <a:spcAft>
                <a:spcPts val="0"/>
              </a:spcAft>
              <a:buSzPct val="76923"/>
              <a:buNone/>
            </a:pPr>
            <a:r>
              <a:rPr b="1" lang="en-US" sz="2600">
                <a:solidFill>
                  <a:srgbClr val="F79646"/>
                </a:solidFill>
                <a:latin typeface="Courier New"/>
                <a:ea typeface="Courier New"/>
                <a:cs typeface="Courier New"/>
                <a:sym typeface="Courier New"/>
              </a:rPr>
              <a:t>return</a:t>
            </a:r>
            <a:r>
              <a:rPr b="1" lang="en-US" sz="2600">
                <a:latin typeface="Courier New"/>
                <a:ea typeface="Courier New"/>
                <a:cs typeface="Courier New"/>
                <a:sym typeface="Courier New"/>
              </a:rPr>
              <a:t> x;</a:t>
            </a:r>
            <a:endParaRPr sz="2600">
              <a:latin typeface="Courier New"/>
              <a:ea typeface="Courier New"/>
              <a:cs typeface="Courier New"/>
              <a:sym typeface="Courier New"/>
            </a:endParaRPr>
          </a:p>
          <a:p>
            <a:pPr indent="0" lvl="1" marL="0" rtl="0" algn="l">
              <a:lnSpc>
                <a:spcPct val="100000"/>
              </a:lnSpc>
              <a:spcBef>
                <a:spcPts val="200"/>
              </a:spcBef>
              <a:spcAft>
                <a:spcPts val="0"/>
              </a:spcAft>
              <a:buSzPct val="76923"/>
              <a:buNone/>
            </a:pPr>
            <a:r>
              <a:rPr b="1" lang="en-US" sz="2600">
                <a:latin typeface="Courier New"/>
                <a:ea typeface="Courier New"/>
                <a:cs typeface="Courier New"/>
                <a:sym typeface="Courier New"/>
              </a:rPr>
              <a:t>}</a:t>
            </a:r>
            <a:endParaRPr b="1" sz="2600">
              <a:latin typeface="Courier New"/>
              <a:ea typeface="Courier New"/>
              <a:cs typeface="Courier New"/>
              <a:sym typeface="Courier New"/>
            </a:endParaRPr>
          </a:p>
          <a:p>
            <a:pPr indent="-228600" lvl="0" marL="342900" rtl="0" algn="l">
              <a:lnSpc>
                <a:spcPct val="90000"/>
              </a:lnSpc>
              <a:spcBef>
                <a:spcPts val="200"/>
              </a:spcBef>
              <a:spcAft>
                <a:spcPts val="0"/>
              </a:spcAft>
              <a:buSzPct val="76923"/>
              <a:buNone/>
            </a:pPr>
            <a:r>
              <a:t/>
            </a:r>
            <a:endParaRPr sz="2600"/>
          </a:p>
        </p:txBody>
      </p:sp>
      <p:sp>
        <p:nvSpPr>
          <p:cNvPr id="1090" name="Google Shape;1090;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7/27/2023</a:t>
            </a:r>
            <a:endParaRPr/>
          </a:p>
        </p:txBody>
      </p:sp>
      <p:sp>
        <p:nvSpPr>
          <p:cNvPr id="1091" name="Google Shape;1091;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SRM Institutue of Science and Technology</a:t>
            </a:r>
            <a:endParaRPr/>
          </a:p>
        </p:txBody>
      </p:sp>
      <p:sp>
        <p:nvSpPr>
          <p:cNvPr id="1092" name="Google Shape;1092;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093" name="Google Shape;1093;p26"/>
          <p:cNvGrpSpPr/>
          <p:nvPr/>
        </p:nvGrpSpPr>
        <p:grpSpPr>
          <a:xfrm>
            <a:off x="685800" y="1219200"/>
            <a:ext cx="7772400" cy="1238250"/>
            <a:chOff x="685800" y="1143000"/>
            <a:chExt cx="7772400" cy="1238310"/>
          </a:xfrm>
        </p:grpSpPr>
        <p:sp>
          <p:nvSpPr>
            <p:cNvPr id="1094" name="Google Shape;1094;p26"/>
            <p:cNvSpPr/>
            <p:nvPr/>
          </p:nvSpPr>
          <p:spPr>
            <a:xfrm>
              <a:off x="685800" y="1143000"/>
              <a:ext cx="7772400" cy="1219259"/>
            </a:xfrm>
            <a:prstGeom prst="rect">
              <a:avLst/>
            </a:prstGeom>
            <a:solidFill>
              <a:srgbClr val="DAE5F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p:txBody>
        </p:sp>
        <p:sp>
          <p:nvSpPr>
            <p:cNvPr id="1095" name="Google Shape;1095;p26"/>
            <p:cNvSpPr/>
            <p:nvPr/>
          </p:nvSpPr>
          <p:spPr>
            <a:xfrm>
              <a:off x="16002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6" name="Google Shape;1096;p26"/>
            <p:cNvSpPr/>
            <p:nvPr/>
          </p:nvSpPr>
          <p:spPr>
            <a:xfrm>
              <a:off x="19050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7" name="Google Shape;1097;p26"/>
            <p:cNvSpPr/>
            <p:nvPr/>
          </p:nvSpPr>
          <p:spPr>
            <a:xfrm>
              <a:off x="22098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8" name="Google Shape;1098;p26"/>
            <p:cNvSpPr/>
            <p:nvPr/>
          </p:nvSpPr>
          <p:spPr>
            <a:xfrm>
              <a:off x="25146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9" name="Google Shape;1099;p26"/>
            <p:cNvSpPr/>
            <p:nvPr/>
          </p:nvSpPr>
          <p:spPr>
            <a:xfrm>
              <a:off x="28194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00" name="Google Shape;1100;p26"/>
            <p:cNvSpPr/>
            <p:nvPr/>
          </p:nvSpPr>
          <p:spPr>
            <a:xfrm>
              <a:off x="31242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01" name="Google Shape;1101;p26"/>
            <p:cNvSpPr/>
            <p:nvPr/>
          </p:nvSpPr>
          <p:spPr>
            <a:xfrm>
              <a:off x="34290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02" name="Google Shape;1102;p26"/>
            <p:cNvSpPr/>
            <p:nvPr/>
          </p:nvSpPr>
          <p:spPr>
            <a:xfrm>
              <a:off x="37338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b</a:t>
              </a:r>
              <a:endParaRPr b="0" i="0" sz="1400" u="none" cap="none" strike="noStrike">
                <a:solidFill>
                  <a:srgbClr val="000000"/>
                </a:solidFill>
                <a:latin typeface="Calibri"/>
                <a:ea typeface="Calibri"/>
                <a:cs typeface="Calibri"/>
                <a:sym typeface="Calibri"/>
              </a:endParaRPr>
            </a:p>
          </p:txBody>
        </p:sp>
        <p:sp>
          <p:nvSpPr>
            <p:cNvPr id="1103" name="Google Shape;1103;p26"/>
            <p:cNvSpPr/>
            <p:nvPr/>
          </p:nvSpPr>
          <p:spPr>
            <a:xfrm>
              <a:off x="40386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c</a:t>
              </a:r>
              <a:endParaRPr b="0" i="0" sz="1400" u="none" cap="none" strike="noStrike">
                <a:solidFill>
                  <a:srgbClr val="000000"/>
                </a:solidFill>
                <a:latin typeface="Calibri"/>
                <a:ea typeface="Calibri"/>
                <a:cs typeface="Calibri"/>
                <a:sym typeface="Calibri"/>
              </a:endParaRPr>
            </a:p>
          </p:txBody>
        </p:sp>
        <p:sp>
          <p:nvSpPr>
            <p:cNvPr id="1104" name="Google Shape;1104;p26"/>
            <p:cNvSpPr/>
            <p:nvPr/>
          </p:nvSpPr>
          <p:spPr>
            <a:xfrm>
              <a:off x="43434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d</a:t>
              </a:r>
              <a:endParaRPr b="0" i="0" sz="1400" u="none" cap="none" strike="noStrike">
                <a:solidFill>
                  <a:srgbClr val="000000"/>
                </a:solidFill>
                <a:latin typeface="Calibri"/>
                <a:ea typeface="Calibri"/>
                <a:cs typeface="Calibri"/>
                <a:sym typeface="Calibri"/>
              </a:endParaRPr>
            </a:p>
          </p:txBody>
        </p:sp>
        <p:sp>
          <p:nvSpPr>
            <p:cNvPr id="1105" name="Google Shape;1105;p26"/>
            <p:cNvSpPr/>
            <p:nvPr/>
          </p:nvSpPr>
          <p:spPr>
            <a:xfrm>
              <a:off x="46482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e</a:t>
              </a:r>
              <a:endParaRPr b="0" i="0" sz="1400" u="none" cap="none" strike="noStrike">
                <a:solidFill>
                  <a:srgbClr val="000000"/>
                </a:solidFill>
                <a:latin typeface="Calibri"/>
                <a:ea typeface="Calibri"/>
                <a:cs typeface="Calibri"/>
                <a:sym typeface="Calibri"/>
              </a:endParaRPr>
            </a:p>
          </p:txBody>
        </p:sp>
        <p:sp>
          <p:nvSpPr>
            <p:cNvPr id="1106" name="Google Shape;1106;p26"/>
            <p:cNvSpPr/>
            <p:nvPr/>
          </p:nvSpPr>
          <p:spPr>
            <a:xfrm>
              <a:off x="49530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f</a:t>
              </a:r>
              <a:endParaRPr b="0" i="0" sz="1400" u="none" cap="none" strike="noStrike">
                <a:solidFill>
                  <a:srgbClr val="000000"/>
                </a:solidFill>
                <a:latin typeface="Calibri"/>
                <a:ea typeface="Calibri"/>
                <a:cs typeface="Calibri"/>
                <a:sym typeface="Calibri"/>
              </a:endParaRPr>
            </a:p>
          </p:txBody>
        </p:sp>
        <p:sp>
          <p:nvSpPr>
            <p:cNvPr id="1107" name="Google Shape;1107;p26"/>
            <p:cNvSpPr/>
            <p:nvPr/>
          </p:nvSpPr>
          <p:spPr>
            <a:xfrm>
              <a:off x="52578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08" name="Google Shape;1108;p26"/>
            <p:cNvSpPr/>
            <p:nvPr/>
          </p:nvSpPr>
          <p:spPr>
            <a:xfrm>
              <a:off x="55626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09" name="Google Shape;1109;p26"/>
            <p:cNvSpPr/>
            <p:nvPr/>
          </p:nvSpPr>
          <p:spPr>
            <a:xfrm>
              <a:off x="58674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10" name="Google Shape;1110;p26"/>
            <p:cNvSpPr/>
            <p:nvPr/>
          </p:nvSpPr>
          <p:spPr>
            <a:xfrm>
              <a:off x="61722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11" name="Google Shape;1111;p26"/>
            <p:cNvSpPr/>
            <p:nvPr/>
          </p:nvSpPr>
          <p:spPr>
            <a:xfrm>
              <a:off x="64770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12" name="Google Shape;1112;p26"/>
            <p:cNvSpPr/>
            <p:nvPr/>
          </p:nvSpPr>
          <p:spPr>
            <a:xfrm>
              <a:off x="67818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13" name="Google Shape;1113;p26"/>
            <p:cNvSpPr/>
            <p:nvPr/>
          </p:nvSpPr>
          <p:spPr>
            <a:xfrm>
              <a:off x="70866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14" name="Google Shape;1114;p26"/>
            <p:cNvSpPr/>
            <p:nvPr/>
          </p:nvSpPr>
          <p:spPr>
            <a:xfrm>
              <a:off x="7391400" y="1600200"/>
              <a:ext cx="304800" cy="30480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15" name="Google Shape;1115;p26"/>
            <p:cNvSpPr txBox="1"/>
            <p:nvPr/>
          </p:nvSpPr>
          <p:spPr>
            <a:xfrm>
              <a:off x="838200" y="1219200"/>
              <a:ext cx="52610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Q:</a:t>
              </a:r>
              <a:endParaRPr b="0" i="0" sz="2400" u="none" cap="none" strike="noStrike">
                <a:solidFill>
                  <a:srgbClr val="000000"/>
                </a:solidFill>
                <a:latin typeface="Calibri"/>
                <a:ea typeface="Calibri"/>
                <a:cs typeface="Calibri"/>
                <a:sym typeface="Calibri"/>
              </a:endParaRPr>
            </a:p>
          </p:txBody>
        </p:sp>
        <p:sp>
          <p:nvSpPr>
            <p:cNvPr id="1116" name="Google Shape;1116;p26"/>
            <p:cNvSpPr txBox="1"/>
            <p:nvPr/>
          </p:nvSpPr>
          <p:spPr>
            <a:xfrm>
              <a:off x="1592094" y="1219200"/>
              <a:ext cx="32733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0</a:t>
              </a:r>
              <a:endParaRPr b="0" i="0" sz="2000" u="none" cap="none" strike="noStrike">
                <a:solidFill>
                  <a:srgbClr val="000000"/>
                </a:solidFill>
                <a:latin typeface="Calibri"/>
                <a:ea typeface="Calibri"/>
                <a:cs typeface="Calibri"/>
                <a:sym typeface="Calibri"/>
              </a:endParaRPr>
            </a:p>
          </p:txBody>
        </p:sp>
        <p:sp>
          <p:nvSpPr>
            <p:cNvPr id="1117" name="Google Shape;1117;p26"/>
            <p:cNvSpPr txBox="1"/>
            <p:nvPr/>
          </p:nvSpPr>
          <p:spPr>
            <a:xfrm>
              <a:off x="7315200" y="1219200"/>
              <a:ext cx="103746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size - 1</a:t>
              </a:r>
              <a:endParaRPr b="0" i="0" sz="2000" u="none" cap="none" strike="noStrike">
                <a:solidFill>
                  <a:srgbClr val="000000"/>
                </a:solidFill>
                <a:latin typeface="Calibri"/>
                <a:ea typeface="Calibri"/>
                <a:cs typeface="Calibri"/>
                <a:sym typeface="Calibri"/>
              </a:endParaRPr>
            </a:p>
          </p:txBody>
        </p:sp>
        <p:cxnSp>
          <p:nvCxnSpPr>
            <p:cNvPr id="1118" name="Google Shape;1118;p26"/>
            <p:cNvCxnSpPr>
              <a:endCxn id="1102" idx="2"/>
            </p:cNvCxnSpPr>
            <p:nvPr/>
          </p:nvCxnSpPr>
          <p:spPr>
            <a:xfrm rot="10800000">
              <a:off x="3886200" y="1905000"/>
              <a:ext cx="1500" cy="273000"/>
            </a:xfrm>
            <a:prstGeom prst="straightConnector1">
              <a:avLst/>
            </a:prstGeom>
            <a:noFill/>
            <a:ln cap="flat" cmpd="sng" w="9525">
              <a:solidFill>
                <a:schemeClr val="dk1"/>
              </a:solidFill>
              <a:prstDash val="solid"/>
              <a:round/>
              <a:headEnd len="sm" w="sm" type="none"/>
              <a:tailEnd len="med" w="med" type="triangle"/>
            </a:ln>
          </p:spPr>
        </p:cxnSp>
        <p:cxnSp>
          <p:nvCxnSpPr>
            <p:cNvPr id="1119" name="Google Shape;1119;p26"/>
            <p:cNvCxnSpPr/>
            <p:nvPr/>
          </p:nvCxnSpPr>
          <p:spPr>
            <a:xfrm flipH="1" rot="10800000">
              <a:off x="5393606" y="1905000"/>
              <a:ext cx="6350" cy="273050"/>
            </a:xfrm>
            <a:prstGeom prst="straightConnector1">
              <a:avLst/>
            </a:prstGeom>
            <a:noFill/>
            <a:ln cap="flat" cmpd="sng" w="9525">
              <a:solidFill>
                <a:schemeClr val="dk1"/>
              </a:solidFill>
              <a:prstDash val="solid"/>
              <a:round/>
              <a:headEnd len="sm" w="sm" type="none"/>
              <a:tailEnd len="med" w="med" type="triangle"/>
            </a:ln>
          </p:spPr>
        </p:cxnSp>
        <p:sp>
          <p:nvSpPr>
            <p:cNvPr id="1120" name="Google Shape;1120;p26"/>
            <p:cNvSpPr txBox="1"/>
            <p:nvPr/>
          </p:nvSpPr>
          <p:spPr>
            <a:xfrm>
              <a:off x="3276600" y="1981200"/>
              <a:ext cx="69602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front</a:t>
              </a:r>
              <a:endParaRPr b="0" i="0" sz="2000" u="none" cap="none" strike="noStrike">
                <a:solidFill>
                  <a:srgbClr val="000000"/>
                </a:solidFill>
                <a:latin typeface="Calibri"/>
                <a:ea typeface="Calibri"/>
                <a:cs typeface="Calibri"/>
                <a:sym typeface="Calibri"/>
              </a:endParaRPr>
            </a:p>
          </p:txBody>
        </p:sp>
        <p:sp>
          <p:nvSpPr>
            <p:cNvPr id="1121" name="Google Shape;1121;p26"/>
            <p:cNvSpPr txBox="1"/>
            <p:nvPr/>
          </p:nvSpPr>
          <p:spPr>
            <a:xfrm>
              <a:off x="5315852" y="1977995"/>
              <a:ext cx="72648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back</a:t>
              </a:r>
              <a:endParaRPr b="0" i="0" sz="2000" u="none" cap="none" strike="noStrike">
                <a:solidFill>
                  <a:srgbClr val="000000"/>
                </a:solidFill>
                <a:latin typeface="Calibri"/>
                <a:ea typeface="Calibri"/>
                <a:cs typeface="Calibri"/>
                <a:sym typeface="Calibri"/>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Times New Roman"/>
              <a:buNone/>
            </a:pPr>
            <a:r>
              <a:rPr lang="en-US" sz="4000"/>
              <a:t>Exercise: Linked List Queue Implementation</a:t>
            </a:r>
            <a:endParaRPr sz="4000"/>
          </a:p>
        </p:txBody>
      </p:sp>
      <p:sp>
        <p:nvSpPr>
          <p:cNvPr id="1127" name="Google Shape;112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accent1"/>
              </a:buClr>
              <a:buSzPts val="1976"/>
              <a:buFont typeface="Arial"/>
              <a:buChar char="•"/>
            </a:pPr>
            <a:r>
              <a:rPr lang="en-US" sz="2600"/>
              <a:t>Implement a queue class that stores String values using a singly linked list with both nodes to indicate the front and the back of the queue as below.  The queue should implement the interface on the next slide.</a:t>
            </a:r>
            <a:endParaRPr sz="2600"/>
          </a:p>
          <a:p>
            <a:pPr indent="-342900" lvl="0" marL="457200" rtl="0" algn="l">
              <a:lnSpc>
                <a:spcPct val="100000"/>
              </a:lnSpc>
              <a:spcBef>
                <a:spcPts val="360"/>
              </a:spcBef>
              <a:spcAft>
                <a:spcPts val="0"/>
              </a:spcAft>
              <a:buClr>
                <a:schemeClr val="accent1"/>
              </a:buClr>
              <a:buSzPts val="1976"/>
              <a:buFont typeface="Noto Sans Symbols"/>
              <a:buNone/>
            </a:pPr>
            <a:r>
              <a:t/>
            </a:r>
            <a:endParaRPr sz="2600"/>
          </a:p>
          <a:p>
            <a:pPr indent="-177800" lvl="0" marL="342900" rtl="0" algn="just">
              <a:lnSpc>
                <a:spcPct val="100000"/>
              </a:lnSpc>
              <a:spcBef>
                <a:spcPts val="520"/>
              </a:spcBef>
              <a:spcAft>
                <a:spcPts val="0"/>
              </a:spcAft>
              <a:buClr>
                <a:schemeClr val="dk1"/>
              </a:buClr>
              <a:buSzPts val="2600"/>
              <a:buNone/>
            </a:pPr>
            <a:r>
              <a:t/>
            </a:r>
            <a:endParaRPr sz="2600"/>
          </a:p>
        </p:txBody>
      </p:sp>
      <p:sp>
        <p:nvSpPr>
          <p:cNvPr id="1128" name="Google Shape;112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7/27/2023</a:t>
            </a:r>
            <a:endParaRPr/>
          </a:p>
        </p:txBody>
      </p:sp>
      <p:sp>
        <p:nvSpPr>
          <p:cNvPr id="1129" name="Google Shape;112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30" name="Google Shape;1130;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SRM Institutue of Science and Technology</a:t>
            </a:r>
            <a:endParaRPr/>
          </a:p>
        </p:txBody>
      </p:sp>
      <p:grpSp>
        <p:nvGrpSpPr>
          <p:cNvPr id="1131" name="Google Shape;1131;p27"/>
          <p:cNvGrpSpPr/>
          <p:nvPr/>
        </p:nvGrpSpPr>
        <p:grpSpPr>
          <a:xfrm>
            <a:off x="1905000" y="4465638"/>
            <a:ext cx="5334000" cy="1143000"/>
            <a:chOff x="1752600" y="1295400"/>
            <a:chExt cx="5334000" cy="1143000"/>
          </a:xfrm>
        </p:grpSpPr>
        <p:sp>
          <p:nvSpPr>
            <p:cNvPr id="1132" name="Google Shape;1132;p27"/>
            <p:cNvSpPr/>
            <p:nvPr/>
          </p:nvSpPr>
          <p:spPr>
            <a:xfrm>
              <a:off x="1752600" y="1295400"/>
              <a:ext cx="5334000" cy="1143000"/>
            </a:xfrm>
            <a:prstGeom prst="rect">
              <a:avLst/>
            </a:prstGeom>
            <a:solidFill>
              <a:srgbClr val="DAE5F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p:txBody>
        </p:sp>
        <p:grpSp>
          <p:nvGrpSpPr>
            <p:cNvPr id="1133" name="Google Shape;1133;p27"/>
            <p:cNvGrpSpPr/>
            <p:nvPr/>
          </p:nvGrpSpPr>
          <p:grpSpPr>
            <a:xfrm>
              <a:off x="1905000" y="1371600"/>
              <a:ext cx="4800600" cy="977900"/>
              <a:chOff x="1200" y="1190"/>
              <a:chExt cx="3024" cy="616"/>
            </a:xfrm>
          </p:grpSpPr>
          <p:sp>
            <p:nvSpPr>
              <p:cNvPr id="1134" name="Google Shape;1134;p27"/>
              <p:cNvSpPr/>
              <p:nvPr/>
            </p:nvSpPr>
            <p:spPr>
              <a:xfrm>
                <a:off x="1344" y="1190"/>
                <a:ext cx="192" cy="192"/>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b</a:t>
                </a:r>
                <a:endParaRPr b="0" i="0" sz="1400" u="none" cap="none" strike="noStrike">
                  <a:solidFill>
                    <a:srgbClr val="000000"/>
                  </a:solidFill>
                  <a:latin typeface="Calibri"/>
                  <a:ea typeface="Calibri"/>
                  <a:cs typeface="Calibri"/>
                  <a:sym typeface="Calibri"/>
                </a:endParaRPr>
              </a:p>
            </p:txBody>
          </p:sp>
          <p:sp>
            <p:nvSpPr>
              <p:cNvPr id="1135" name="Google Shape;1135;p27"/>
              <p:cNvSpPr/>
              <p:nvPr/>
            </p:nvSpPr>
            <p:spPr>
              <a:xfrm>
                <a:off x="1536" y="1190"/>
                <a:ext cx="192" cy="192"/>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36" name="Google Shape;1136;p27"/>
              <p:cNvSpPr/>
              <p:nvPr/>
            </p:nvSpPr>
            <p:spPr>
              <a:xfrm>
                <a:off x="1440" y="1190"/>
                <a:ext cx="192" cy="19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37" name="Google Shape;1137;p27"/>
              <p:cNvSpPr/>
              <p:nvPr/>
            </p:nvSpPr>
            <p:spPr>
              <a:xfrm>
                <a:off x="1968" y="1190"/>
                <a:ext cx="192" cy="192"/>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c</a:t>
                </a:r>
                <a:endParaRPr b="0" i="0" sz="1400" u="none" cap="none" strike="noStrike">
                  <a:solidFill>
                    <a:srgbClr val="000000"/>
                  </a:solidFill>
                  <a:latin typeface="Calibri"/>
                  <a:ea typeface="Calibri"/>
                  <a:cs typeface="Calibri"/>
                  <a:sym typeface="Calibri"/>
                </a:endParaRPr>
              </a:p>
            </p:txBody>
          </p:sp>
          <p:sp>
            <p:nvSpPr>
              <p:cNvPr id="1138" name="Google Shape;1138;p27"/>
              <p:cNvSpPr/>
              <p:nvPr/>
            </p:nvSpPr>
            <p:spPr>
              <a:xfrm>
                <a:off x="2160" y="1190"/>
                <a:ext cx="192" cy="192"/>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39" name="Google Shape;1139;p27"/>
              <p:cNvSpPr/>
              <p:nvPr/>
            </p:nvSpPr>
            <p:spPr>
              <a:xfrm>
                <a:off x="2064" y="1190"/>
                <a:ext cx="192" cy="19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140" name="Google Shape;1140;p27"/>
              <p:cNvCxnSpPr>
                <a:stCxn id="1136" idx="3"/>
                <a:endCxn id="1137" idx="1"/>
              </p:cNvCxnSpPr>
              <p:nvPr/>
            </p:nvCxnSpPr>
            <p:spPr>
              <a:xfrm>
                <a:off x="1632" y="1286"/>
                <a:ext cx="300" cy="0"/>
              </a:xfrm>
              <a:prstGeom prst="straightConnector1">
                <a:avLst/>
              </a:prstGeom>
              <a:noFill/>
              <a:ln cap="flat" cmpd="sng" w="9525">
                <a:solidFill>
                  <a:schemeClr val="dk1"/>
                </a:solidFill>
                <a:prstDash val="solid"/>
                <a:round/>
                <a:headEnd len="sm" w="sm" type="none"/>
                <a:tailEnd len="med" w="med" type="triangle"/>
              </a:ln>
            </p:spPr>
          </p:cxnSp>
          <p:sp>
            <p:nvSpPr>
              <p:cNvPr id="1141" name="Google Shape;1141;p27"/>
              <p:cNvSpPr/>
              <p:nvPr/>
            </p:nvSpPr>
            <p:spPr>
              <a:xfrm>
                <a:off x="2592" y="1190"/>
                <a:ext cx="192" cy="192"/>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d</a:t>
                </a:r>
                <a:endParaRPr b="0" i="0" sz="1400" u="none" cap="none" strike="noStrike">
                  <a:solidFill>
                    <a:srgbClr val="000000"/>
                  </a:solidFill>
                  <a:latin typeface="Calibri"/>
                  <a:ea typeface="Calibri"/>
                  <a:cs typeface="Calibri"/>
                  <a:sym typeface="Calibri"/>
                </a:endParaRPr>
              </a:p>
            </p:txBody>
          </p:sp>
          <p:sp>
            <p:nvSpPr>
              <p:cNvPr id="1142" name="Google Shape;1142;p27"/>
              <p:cNvSpPr/>
              <p:nvPr/>
            </p:nvSpPr>
            <p:spPr>
              <a:xfrm>
                <a:off x="2784" y="1190"/>
                <a:ext cx="192" cy="192"/>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43" name="Google Shape;1143;p27"/>
              <p:cNvSpPr/>
              <p:nvPr/>
            </p:nvSpPr>
            <p:spPr>
              <a:xfrm>
                <a:off x="2688" y="1190"/>
                <a:ext cx="192" cy="19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144" name="Google Shape;1144;p27"/>
              <p:cNvCxnSpPr>
                <a:stCxn id="1139" idx="3"/>
                <a:endCxn id="1141" idx="1"/>
              </p:cNvCxnSpPr>
              <p:nvPr/>
            </p:nvCxnSpPr>
            <p:spPr>
              <a:xfrm>
                <a:off x="2256" y="1286"/>
                <a:ext cx="300" cy="0"/>
              </a:xfrm>
              <a:prstGeom prst="straightConnector1">
                <a:avLst/>
              </a:prstGeom>
              <a:noFill/>
              <a:ln cap="flat" cmpd="sng" w="9525">
                <a:solidFill>
                  <a:schemeClr val="dk1"/>
                </a:solidFill>
                <a:prstDash val="solid"/>
                <a:round/>
                <a:headEnd len="sm" w="sm" type="none"/>
                <a:tailEnd len="med" w="med" type="triangle"/>
              </a:ln>
            </p:spPr>
          </p:cxnSp>
          <p:sp>
            <p:nvSpPr>
              <p:cNvPr id="1145" name="Google Shape;1145;p27"/>
              <p:cNvSpPr/>
              <p:nvPr/>
            </p:nvSpPr>
            <p:spPr>
              <a:xfrm>
                <a:off x="3216" y="1190"/>
                <a:ext cx="192" cy="192"/>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e</a:t>
                </a:r>
                <a:endParaRPr b="0" i="0" sz="1400" u="none" cap="none" strike="noStrike">
                  <a:solidFill>
                    <a:srgbClr val="000000"/>
                  </a:solidFill>
                  <a:latin typeface="Calibri"/>
                  <a:ea typeface="Calibri"/>
                  <a:cs typeface="Calibri"/>
                  <a:sym typeface="Calibri"/>
                </a:endParaRPr>
              </a:p>
            </p:txBody>
          </p:sp>
          <p:sp>
            <p:nvSpPr>
              <p:cNvPr id="1146" name="Google Shape;1146;p27"/>
              <p:cNvSpPr/>
              <p:nvPr/>
            </p:nvSpPr>
            <p:spPr>
              <a:xfrm>
                <a:off x="3408" y="1190"/>
                <a:ext cx="192" cy="192"/>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47" name="Google Shape;1147;p27"/>
              <p:cNvSpPr/>
              <p:nvPr/>
            </p:nvSpPr>
            <p:spPr>
              <a:xfrm>
                <a:off x="3312" y="1190"/>
                <a:ext cx="192" cy="19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148" name="Google Shape;1148;p27"/>
              <p:cNvCxnSpPr>
                <a:stCxn id="1143" idx="3"/>
                <a:endCxn id="1145" idx="1"/>
              </p:cNvCxnSpPr>
              <p:nvPr/>
            </p:nvCxnSpPr>
            <p:spPr>
              <a:xfrm>
                <a:off x="2880" y="1286"/>
                <a:ext cx="300" cy="0"/>
              </a:xfrm>
              <a:prstGeom prst="straightConnector1">
                <a:avLst/>
              </a:prstGeom>
              <a:noFill/>
              <a:ln cap="flat" cmpd="sng" w="9525">
                <a:solidFill>
                  <a:schemeClr val="dk1"/>
                </a:solidFill>
                <a:prstDash val="solid"/>
                <a:round/>
                <a:headEnd len="sm" w="sm" type="none"/>
                <a:tailEnd len="med" w="med" type="triangle"/>
              </a:ln>
            </p:spPr>
          </p:cxnSp>
          <p:sp>
            <p:nvSpPr>
              <p:cNvPr id="1149" name="Google Shape;1149;p27"/>
              <p:cNvSpPr/>
              <p:nvPr/>
            </p:nvSpPr>
            <p:spPr>
              <a:xfrm>
                <a:off x="3840" y="1190"/>
                <a:ext cx="192" cy="192"/>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f</a:t>
                </a:r>
                <a:endParaRPr b="0" i="0" sz="1400" u="none" cap="none" strike="noStrike">
                  <a:solidFill>
                    <a:srgbClr val="000000"/>
                  </a:solidFill>
                  <a:latin typeface="Calibri"/>
                  <a:ea typeface="Calibri"/>
                  <a:cs typeface="Calibri"/>
                  <a:sym typeface="Calibri"/>
                </a:endParaRPr>
              </a:p>
            </p:txBody>
          </p:sp>
          <p:sp>
            <p:nvSpPr>
              <p:cNvPr id="1150" name="Google Shape;1150;p27"/>
              <p:cNvSpPr/>
              <p:nvPr/>
            </p:nvSpPr>
            <p:spPr>
              <a:xfrm>
                <a:off x="4032" y="1190"/>
                <a:ext cx="192" cy="192"/>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51" name="Google Shape;1151;p27"/>
              <p:cNvSpPr/>
              <p:nvPr/>
            </p:nvSpPr>
            <p:spPr>
              <a:xfrm>
                <a:off x="3936" y="1190"/>
                <a:ext cx="192" cy="19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152" name="Google Shape;1152;p27"/>
              <p:cNvCxnSpPr>
                <a:stCxn id="1147" idx="3"/>
                <a:endCxn id="1149" idx="1"/>
              </p:cNvCxnSpPr>
              <p:nvPr/>
            </p:nvCxnSpPr>
            <p:spPr>
              <a:xfrm>
                <a:off x="3504" y="1286"/>
                <a:ext cx="300" cy="0"/>
              </a:xfrm>
              <a:prstGeom prst="straightConnector1">
                <a:avLst/>
              </a:prstGeom>
              <a:noFill/>
              <a:ln cap="flat" cmpd="sng" w="9525">
                <a:solidFill>
                  <a:schemeClr val="dk1"/>
                </a:solidFill>
                <a:prstDash val="solid"/>
                <a:round/>
                <a:headEnd len="sm" w="sm" type="none"/>
                <a:tailEnd len="med" w="med" type="triangle"/>
              </a:ln>
            </p:spPr>
          </p:cxnSp>
          <p:cxnSp>
            <p:nvCxnSpPr>
              <p:cNvPr id="1153" name="Google Shape;1153;p27"/>
              <p:cNvCxnSpPr/>
              <p:nvPr/>
            </p:nvCxnSpPr>
            <p:spPr>
              <a:xfrm>
                <a:off x="4032" y="1190"/>
                <a:ext cx="192" cy="192"/>
              </a:xfrm>
              <a:prstGeom prst="straightConnector1">
                <a:avLst/>
              </a:prstGeom>
              <a:noFill/>
              <a:ln cap="flat" cmpd="sng" w="9525">
                <a:solidFill>
                  <a:schemeClr val="dk1"/>
                </a:solidFill>
                <a:prstDash val="solid"/>
                <a:round/>
                <a:headEnd len="sm" w="sm" type="none"/>
                <a:tailEnd len="sm" w="sm" type="none"/>
              </a:ln>
            </p:spPr>
          </p:cxnSp>
          <p:sp>
            <p:nvSpPr>
              <p:cNvPr id="1154" name="Google Shape;1154;p27"/>
              <p:cNvSpPr txBox="1"/>
              <p:nvPr/>
            </p:nvSpPr>
            <p:spPr>
              <a:xfrm>
                <a:off x="1200" y="1554"/>
                <a:ext cx="438"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front</a:t>
                </a:r>
                <a:endParaRPr b="0" i="0" sz="2000" u="none" cap="none" strike="noStrike">
                  <a:solidFill>
                    <a:srgbClr val="000000"/>
                  </a:solidFill>
                  <a:latin typeface="Calibri"/>
                  <a:ea typeface="Calibri"/>
                  <a:cs typeface="Calibri"/>
                  <a:sym typeface="Calibri"/>
                </a:endParaRPr>
              </a:p>
            </p:txBody>
          </p:sp>
          <p:sp>
            <p:nvSpPr>
              <p:cNvPr id="1155" name="Google Shape;1155;p27"/>
              <p:cNvSpPr txBox="1"/>
              <p:nvPr/>
            </p:nvSpPr>
            <p:spPr>
              <a:xfrm>
                <a:off x="3696" y="1554"/>
                <a:ext cx="458"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back</a:t>
                </a:r>
                <a:endParaRPr b="0" i="0" sz="2000" u="none" cap="none" strike="noStrike">
                  <a:solidFill>
                    <a:srgbClr val="000000"/>
                  </a:solidFill>
                  <a:latin typeface="Calibri"/>
                  <a:ea typeface="Calibri"/>
                  <a:cs typeface="Calibri"/>
                  <a:sym typeface="Calibri"/>
                </a:endParaRPr>
              </a:p>
            </p:txBody>
          </p:sp>
          <p:cxnSp>
            <p:nvCxnSpPr>
              <p:cNvPr id="1156" name="Google Shape;1156;p27"/>
              <p:cNvCxnSpPr>
                <a:stCxn id="1154" idx="0"/>
                <a:endCxn id="1134" idx="2"/>
              </p:cNvCxnSpPr>
              <p:nvPr/>
            </p:nvCxnSpPr>
            <p:spPr>
              <a:xfrm rot="10800000">
                <a:off x="1419" y="1254"/>
                <a:ext cx="0" cy="300"/>
              </a:xfrm>
              <a:prstGeom prst="straightConnector1">
                <a:avLst/>
              </a:prstGeom>
              <a:noFill/>
              <a:ln cap="flat" cmpd="sng" w="9525">
                <a:solidFill>
                  <a:schemeClr val="dk1"/>
                </a:solidFill>
                <a:prstDash val="solid"/>
                <a:round/>
                <a:headEnd len="sm" w="sm" type="none"/>
                <a:tailEnd len="med" w="med" type="triangle"/>
              </a:ln>
            </p:spPr>
          </p:cxnSp>
          <p:cxnSp>
            <p:nvCxnSpPr>
              <p:cNvPr id="1157" name="Google Shape;1157;p27"/>
              <p:cNvCxnSpPr>
                <a:stCxn id="1155" idx="0"/>
                <a:endCxn id="1149" idx="2"/>
              </p:cNvCxnSpPr>
              <p:nvPr/>
            </p:nvCxnSpPr>
            <p:spPr>
              <a:xfrm rot="10800000">
                <a:off x="3925" y="1254"/>
                <a:ext cx="0" cy="300"/>
              </a:xfrm>
              <a:prstGeom prst="straightConnector1">
                <a:avLst/>
              </a:prstGeom>
              <a:noFill/>
              <a:ln cap="flat" cmpd="sng" w="9525">
                <a:solidFill>
                  <a:schemeClr val="dk1"/>
                </a:solidFill>
                <a:prstDash val="solid"/>
                <a:round/>
                <a:headEnd len="sm" w="sm" type="none"/>
                <a:tailEnd len="med" w="med" type="triangle"/>
              </a:ln>
            </p:spPr>
          </p:cxnSp>
        </p:gr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63" name="Google Shape;1163;p28"/>
          <p:cNvSpPr/>
          <p:nvPr/>
        </p:nvSpPr>
        <p:spPr>
          <a:xfrm>
            <a:off x="456727" y="136127"/>
            <a:ext cx="8687273" cy="732508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Operation on Linked Queue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600"/>
              <a:buFont typeface="Arial"/>
              <a:buNone/>
            </a:pPr>
            <a:r>
              <a:t/>
            </a:r>
            <a:endParaRPr b="1" i="0" sz="26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Times New Roman"/>
                <a:ea typeface="Times New Roman"/>
                <a:cs typeface="Times New Roman"/>
                <a:sym typeface="Times New Roman"/>
              </a:rPr>
              <a:t>There are two basic operations which can be implemented on the linked queues. The operations are Insertion and Deletion.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B0F0"/>
                </a:solidFill>
                <a:latin typeface="Times New Roman"/>
                <a:ea typeface="Times New Roman"/>
                <a:cs typeface="Times New Roman"/>
                <a:sym typeface="Times New Roman"/>
              </a:rPr>
              <a:t>Algorithm for Insertion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Step 1:</a:t>
            </a:r>
            <a:r>
              <a:rPr b="0" i="0" lang="en-US" sz="2600" u="none" cap="none" strike="noStrike">
                <a:solidFill>
                  <a:srgbClr val="000000"/>
                </a:solidFill>
                <a:latin typeface="Times New Roman"/>
                <a:ea typeface="Times New Roman"/>
                <a:cs typeface="Times New Roman"/>
                <a:sym typeface="Times New Roman"/>
              </a:rPr>
              <a:t> Allocate the space for the new node PTR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Step 2:</a:t>
            </a:r>
            <a:r>
              <a:rPr b="0" i="0" lang="en-US" sz="2600" u="none" cap="none" strike="noStrike">
                <a:solidFill>
                  <a:srgbClr val="000000"/>
                </a:solidFill>
                <a:latin typeface="Times New Roman"/>
                <a:ea typeface="Times New Roman"/>
                <a:cs typeface="Times New Roman"/>
                <a:sym typeface="Times New Roman"/>
              </a:rPr>
              <a:t> SET PTR -&gt; DATA = VAL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Step 3:</a:t>
            </a:r>
            <a:r>
              <a:rPr b="0" i="0" lang="en-US" sz="2600" u="none" cap="none" strike="noStrike">
                <a:solidFill>
                  <a:srgbClr val="000000"/>
                </a:solidFill>
                <a:latin typeface="Times New Roman"/>
                <a:ea typeface="Times New Roman"/>
                <a:cs typeface="Times New Roman"/>
                <a:sym typeface="Times New Roman"/>
              </a:rPr>
              <a:t> IF FRONT = NULL</a:t>
            </a:r>
            <a:br>
              <a:rPr b="0" i="0" lang="en-US" sz="2600" u="none" cap="none" strike="noStrike">
                <a:solidFill>
                  <a:srgbClr val="000000"/>
                </a:solidFill>
                <a:latin typeface="Times New Roman"/>
                <a:ea typeface="Times New Roman"/>
                <a:cs typeface="Times New Roman"/>
                <a:sym typeface="Times New Roman"/>
              </a:rPr>
            </a:br>
            <a:r>
              <a:rPr b="0" i="0" lang="en-US" sz="2600" u="none" cap="none" strike="noStrike">
                <a:solidFill>
                  <a:srgbClr val="000000"/>
                </a:solidFill>
                <a:latin typeface="Times New Roman"/>
                <a:ea typeface="Times New Roman"/>
                <a:cs typeface="Times New Roman"/>
                <a:sym typeface="Times New Roman"/>
              </a:rPr>
              <a:t>SET FRONT = REAR = PTR</a:t>
            </a:r>
            <a:br>
              <a:rPr b="0" i="0" lang="en-US" sz="2600" u="none" cap="none" strike="noStrike">
                <a:solidFill>
                  <a:srgbClr val="000000"/>
                </a:solidFill>
                <a:latin typeface="Times New Roman"/>
                <a:ea typeface="Times New Roman"/>
                <a:cs typeface="Times New Roman"/>
                <a:sym typeface="Times New Roman"/>
              </a:rPr>
            </a:br>
            <a:r>
              <a:rPr b="0" i="0" lang="en-US" sz="2600" u="none" cap="none" strike="noStrike">
                <a:solidFill>
                  <a:srgbClr val="000000"/>
                </a:solidFill>
                <a:latin typeface="Times New Roman"/>
                <a:ea typeface="Times New Roman"/>
                <a:cs typeface="Times New Roman"/>
                <a:sym typeface="Times New Roman"/>
              </a:rPr>
              <a:t>SET FRONT -&gt; NEXT = REAR -&gt; NEXT = NULL</a:t>
            </a:r>
            <a:br>
              <a:rPr b="0" i="0" lang="en-US" sz="2600" u="none" cap="none" strike="noStrike">
                <a:solidFill>
                  <a:srgbClr val="000000"/>
                </a:solidFill>
                <a:latin typeface="Times New Roman"/>
                <a:ea typeface="Times New Roman"/>
                <a:cs typeface="Times New Roman"/>
                <a:sym typeface="Times New Roman"/>
              </a:rPr>
            </a:br>
            <a:r>
              <a:rPr b="0" i="0" lang="en-US" sz="2600" u="none" cap="none" strike="noStrike">
                <a:solidFill>
                  <a:srgbClr val="000000"/>
                </a:solidFill>
                <a:latin typeface="Times New Roman"/>
                <a:ea typeface="Times New Roman"/>
                <a:cs typeface="Times New Roman"/>
                <a:sym typeface="Times New Roman"/>
              </a:rPr>
              <a:t>ELSE</a:t>
            </a:r>
            <a:br>
              <a:rPr b="0" i="0" lang="en-US" sz="2600" u="none" cap="none" strike="noStrike">
                <a:solidFill>
                  <a:srgbClr val="000000"/>
                </a:solidFill>
                <a:latin typeface="Times New Roman"/>
                <a:ea typeface="Times New Roman"/>
                <a:cs typeface="Times New Roman"/>
                <a:sym typeface="Times New Roman"/>
              </a:rPr>
            </a:br>
            <a:r>
              <a:rPr b="0" i="0" lang="en-US" sz="2600" u="none" cap="none" strike="noStrike">
                <a:solidFill>
                  <a:srgbClr val="000000"/>
                </a:solidFill>
                <a:latin typeface="Times New Roman"/>
                <a:ea typeface="Times New Roman"/>
                <a:cs typeface="Times New Roman"/>
                <a:sym typeface="Times New Roman"/>
              </a:rPr>
              <a:t>SET REAR -&gt; NEXT = PTR</a:t>
            </a:r>
            <a:br>
              <a:rPr b="0" i="0" lang="en-US" sz="2600" u="none" cap="none" strike="noStrike">
                <a:solidFill>
                  <a:srgbClr val="000000"/>
                </a:solidFill>
                <a:latin typeface="Times New Roman"/>
                <a:ea typeface="Times New Roman"/>
                <a:cs typeface="Times New Roman"/>
                <a:sym typeface="Times New Roman"/>
              </a:rPr>
            </a:br>
            <a:r>
              <a:rPr b="0" i="0" lang="en-US" sz="2600" u="none" cap="none" strike="noStrike">
                <a:solidFill>
                  <a:srgbClr val="000000"/>
                </a:solidFill>
                <a:latin typeface="Times New Roman"/>
                <a:ea typeface="Times New Roman"/>
                <a:cs typeface="Times New Roman"/>
                <a:sym typeface="Times New Roman"/>
              </a:rPr>
              <a:t>SET REAR = PTR</a:t>
            </a:r>
            <a:br>
              <a:rPr b="0" i="0" lang="en-US" sz="2600" u="none" cap="none" strike="noStrike">
                <a:solidFill>
                  <a:srgbClr val="000000"/>
                </a:solidFill>
                <a:latin typeface="Times New Roman"/>
                <a:ea typeface="Times New Roman"/>
                <a:cs typeface="Times New Roman"/>
                <a:sym typeface="Times New Roman"/>
              </a:rPr>
            </a:br>
            <a:r>
              <a:rPr b="0" i="0" lang="en-US" sz="2600" u="none" cap="none" strike="noStrike">
                <a:solidFill>
                  <a:srgbClr val="000000"/>
                </a:solidFill>
                <a:latin typeface="Times New Roman"/>
                <a:ea typeface="Times New Roman"/>
                <a:cs typeface="Times New Roman"/>
                <a:sym typeface="Times New Roman"/>
              </a:rPr>
              <a:t>SET REAR -&gt; NEXT = NULL</a:t>
            </a:r>
            <a:br>
              <a:rPr b="0" i="0" lang="en-US" sz="2600" u="none" cap="none" strike="noStrike">
                <a:solidFill>
                  <a:srgbClr val="000000"/>
                </a:solidFill>
                <a:latin typeface="Times New Roman"/>
                <a:ea typeface="Times New Roman"/>
                <a:cs typeface="Times New Roman"/>
                <a:sym typeface="Times New Roman"/>
              </a:rPr>
            </a:br>
            <a:r>
              <a:rPr b="0" i="0" lang="en-US" sz="2600" u="none" cap="none" strike="noStrike">
                <a:solidFill>
                  <a:srgbClr val="000000"/>
                </a:solidFill>
                <a:latin typeface="Times New Roman"/>
                <a:ea typeface="Times New Roman"/>
                <a:cs typeface="Times New Roman"/>
                <a:sym typeface="Times New Roman"/>
              </a:rPr>
              <a:t>[END OF IF]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Step 4:</a:t>
            </a:r>
            <a:r>
              <a:rPr b="0" i="0" lang="en-US" sz="2600" u="none" cap="none" strike="noStrike">
                <a:solidFill>
                  <a:srgbClr val="000000"/>
                </a:solidFill>
                <a:latin typeface="Times New Roman"/>
                <a:ea typeface="Times New Roman"/>
                <a:cs typeface="Times New Roman"/>
                <a:sym typeface="Times New Roman"/>
              </a:rPr>
              <a:t> 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69" name="Google Shape;1169;p29"/>
          <p:cNvSpPr/>
          <p:nvPr/>
        </p:nvSpPr>
        <p:spPr>
          <a:xfrm>
            <a:off x="1869743" y="545559"/>
            <a:ext cx="7274257" cy="4308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B0F0"/>
                </a:solidFill>
                <a:latin typeface="Times New Roman"/>
                <a:ea typeface="Times New Roman"/>
                <a:cs typeface="Times New Roman"/>
                <a:sym typeface="Times New Roman"/>
              </a:rPr>
              <a:t>Algorithm for Deletion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Step 1:</a:t>
            </a:r>
            <a:r>
              <a:rPr b="0" i="0" lang="en-US" sz="2600" u="none" cap="none" strike="noStrike">
                <a:solidFill>
                  <a:srgbClr val="000000"/>
                </a:solidFill>
                <a:latin typeface="Times New Roman"/>
                <a:ea typeface="Times New Roman"/>
                <a:cs typeface="Times New Roman"/>
                <a:sym typeface="Times New Roman"/>
              </a:rPr>
              <a:t> IF FRONT = NULL</a:t>
            </a:r>
            <a:br>
              <a:rPr b="0" i="0" lang="en-US" sz="2600" u="none" cap="none" strike="noStrike">
                <a:solidFill>
                  <a:srgbClr val="000000"/>
                </a:solidFill>
                <a:latin typeface="Times New Roman"/>
                <a:ea typeface="Times New Roman"/>
                <a:cs typeface="Times New Roman"/>
                <a:sym typeface="Times New Roman"/>
              </a:rPr>
            </a:br>
            <a:r>
              <a:rPr b="0" i="0" lang="en-US" sz="2600" u="none" cap="none" strike="noStrike">
                <a:solidFill>
                  <a:srgbClr val="000000"/>
                </a:solidFill>
                <a:latin typeface="Times New Roman"/>
                <a:ea typeface="Times New Roman"/>
                <a:cs typeface="Times New Roman"/>
                <a:sym typeface="Times New Roman"/>
              </a:rPr>
              <a:t>Write " Underflow "</a:t>
            </a:r>
            <a:br>
              <a:rPr b="0" i="0" lang="en-US" sz="2600" u="none" cap="none" strike="noStrike">
                <a:solidFill>
                  <a:srgbClr val="000000"/>
                </a:solidFill>
                <a:latin typeface="Times New Roman"/>
                <a:ea typeface="Times New Roman"/>
                <a:cs typeface="Times New Roman"/>
                <a:sym typeface="Times New Roman"/>
              </a:rPr>
            </a:br>
            <a:r>
              <a:rPr b="0" i="0" lang="en-US" sz="2600" u="none" cap="none" strike="noStrike">
                <a:solidFill>
                  <a:srgbClr val="000000"/>
                </a:solidFill>
                <a:latin typeface="Times New Roman"/>
                <a:ea typeface="Times New Roman"/>
                <a:cs typeface="Times New Roman"/>
                <a:sym typeface="Times New Roman"/>
              </a:rPr>
              <a:t>Go to Step 5</a:t>
            </a:r>
            <a:br>
              <a:rPr b="0" i="0" lang="en-US" sz="2600" u="none" cap="none" strike="noStrike">
                <a:solidFill>
                  <a:srgbClr val="000000"/>
                </a:solidFill>
                <a:latin typeface="Times New Roman"/>
                <a:ea typeface="Times New Roman"/>
                <a:cs typeface="Times New Roman"/>
                <a:sym typeface="Times New Roman"/>
              </a:rPr>
            </a:br>
            <a:r>
              <a:rPr b="0" i="0" lang="en-US" sz="2600" u="none" cap="none" strike="noStrike">
                <a:solidFill>
                  <a:srgbClr val="000000"/>
                </a:solidFill>
                <a:latin typeface="Times New Roman"/>
                <a:ea typeface="Times New Roman"/>
                <a:cs typeface="Times New Roman"/>
                <a:sym typeface="Times New Roman"/>
              </a:rPr>
              <a:t>[END OF IF]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Step 2:</a:t>
            </a:r>
            <a:r>
              <a:rPr b="0" i="0" lang="en-US" sz="2600" u="none" cap="none" strike="noStrike">
                <a:solidFill>
                  <a:srgbClr val="000000"/>
                </a:solidFill>
                <a:latin typeface="Times New Roman"/>
                <a:ea typeface="Times New Roman"/>
                <a:cs typeface="Times New Roman"/>
                <a:sym typeface="Times New Roman"/>
              </a:rPr>
              <a:t> SET PTR = FRONT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Step 3:</a:t>
            </a:r>
            <a:r>
              <a:rPr b="0" i="0" lang="en-US" sz="2600" u="none" cap="none" strike="noStrike">
                <a:solidFill>
                  <a:srgbClr val="000000"/>
                </a:solidFill>
                <a:latin typeface="Times New Roman"/>
                <a:ea typeface="Times New Roman"/>
                <a:cs typeface="Times New Roman"/>
                <a:sym typeface="Times New Roman"/>
              </a:rPr>
              <a:t> SET FRONT = FRONT -&gt; NEXT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Step 4:</a:t>
            </a:r>
            <a:r>
              <a:rPr b="0" i="0" lang="en-US" sz="2600" u="none" cap="none" strike="noStrike">
                <a:solidFill>
                  <a:srgbClr val="000000"/>
                </a:solidFill>
                <a:latin typeface="Times New Roman"/>
                <a:ea typeface="Times New Roman"/>
                <a:cs typeface="Times New Roman"/>
                <a:sym typeface="Times New Roman"/>
              </a:rPr>
              <a:t> FREE PTR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Step 5:</a:t>
            </a:r>
            <a:r>
              <a:rPr b="0" i="0" lang="en-US" sz="2600" u="none" cap="none" strike="noStrike">
                <a:solidFill>
                  <a:srgbClr val="000000"/>
                </a:solidFill>
                <a:latin typeface="Times New Roman"/>
                <a:ea typeface="Times New Roman"/>
                <a:cs typeface="Times New Roman"/>
                <a:sym typeface="Times New Roman"/>
              </a:rPr>
              <a:t> 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30"/>
          <p:cNvSpPr txBox="1"/>
          <p:nvPr>
            <p:ph type="title"/>
          </p:nvPr>
        </p:nvSpPr>
        <p:spPr>
          <a:xfrm>
            <a:off x="457200" y="0"/>
            <a:ext cx="8229600" cy="77089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Times New Roman"/>
              <a:buNone/>
            </a:pPr>
            <a:r>
              <a:rPr lang="en-US"/>
              <a:t>Sample Question</a:t>
            </a:r>
            <a:endParaRPr/>
          </a:p>
        </p:txBody>
      </p:sp>
      <p:sp>
        <p:nvSpPr>
          <p:cNvPr id="1175" name="Google Shape;1175;p30"/>
          <p:cNvSpPr txBox="1"/>
          <p:nvPr>
            <p:ph idx="1" type="body"/>
          </p:nvPr>
        </p:nvSpPr>
        <p:spPr>
          <a:xfrm>
            <a:off x="314325" y="77089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114300" rtl="0" algn="l">
              <a:lnSpc>
                <a:spcPct val="100000"/>
              </a:lnSpc>
              <a:spcBef>
                <a:spcPts val="360"/>
              </a:spcBef>
              <a:spcAft>
                <a:spcPts val="0"/>
              </a:spcAft>
              <a:buSzPct val="102417"/>
              <a:buNone/>
            </a:pPr>
            <a:r>
              <a:rPr b="1" lang="en-US" sz="1900"/>
              <a:t>1.How many stacks are required to implement a queue? Where no other data structure like arrays or linked lists is available.</a:t>
            </a:r>
            <a:endParaRPr sz="1900"/>
          </a:p>
          <a:p>
            <a:pPr indent="-342932" lvl="0" marL="457200" rtl="0" algn="l">
              <a:lnSpc>
                <a:spcPct val="100000"/>
              </a:lnSpc>
              <a:spcBef>
                <a:spcPts val="360"/>
              </a:spcBef>
              <a:spcAft>
                <a:spcPts val="0"/>
              </a:spcAft>
              <a:buClr>
                <a:schemeClr val="dk1"/>
              </a:buClr>
              <a:buSzPct val="102417"/>
              <a:buChar char="•"/>
            </a:pPr>
            <a:r>
              <a:rPr lang="en-US" sz="1900"/>
              <a:t>1</a:t>
            </a:r>
            <a:endParaRPr sz="1900"/>
          </a:p>
          <a:p>
            <a:pPr indent="-342932" lvl="0" marL="457200" rtl="0" algn="l">
              <a:lnSpc>
                <a:spcPct val="100000"/>
              </a:lnSpc>
              <a:spcBef>
                <a:spcPts val="360"/>
              </a:spcBef>
              <a:spcAft>
                <a:spcPts val="0"/>
              </a:spcAft>
              <a:buClr>
                <a:schemeClr val="dk1"/>
              </a:buClr>
              <a:buSzPct val="102417"/>
              <a:buChar char="•"/>
            </a:pPr>
            <a:r>
              <a:rPr lang="en-US" sz="1900"/>
              <a:t>2</a:t>
            </a:r>
            <a:endParaRPr sz="1900"/>
          </a:p>
          <a:p>
            <a:pPr indent="-342932" lvl="0" marL="457200" rtl="0" algn="l">
              <a:lnSpc>
                <a:spcPct val="100000"/>
              </a:lnSpc>
              <a:spcBef>
                <a:spcPts val="360"/>
              </a:spcBef>
              <a:spcAft>
                <a:spcPts val="0"/>
              </a:spcAft>
              <a:buClr>
                <a:schemeClr val="dk1"/>
              </a:buClr>
              <a:buSzPct val="102417"/>
              <a:buChar char="•"/>
            </a:pPr>
            <a:r>
              <a:rPr lang="en-US" sz="1900"/>
              <a:t>3</a:t>
            </a:r>
            <a:endParaRPr sz="1900"/>
          </a:p>
          <a:p>
            <a:pPr indent="-342932" lvl="0" marL="457200" rtl="0" algn="l">
              <a:lnSpc>
                <a:spcPct val="100000"/>
              </a:lnSpc>
              <a:spcBef>
                <a:spcPts val="360"/>
              </a:spcBef>
              <a:spcAft>
                <a:spcPts val="0"/>
              </a:spcAft>
              <a:buClr>
                <a:schemeClr val="dk1"/>
              </a:buClr>
              <a:buSzPct val="102417"/>
              <a:buChar char="•"/>
            </a:pPr>
            <a:r>
              <a:rPr lang="en-US" sz="1900"/>
              <a:t>4</a:t>
            </a:r>
            <a:endParaRPr/>
          </a:p>
          <a:p>
            <a:pPr indent="0" lvl="0" marL="114300" rtl="0" algn="l">
              <a:lnSpc>
                <a:spcPct val="100000"/>
              </a:lnSpc>
              <a:spcBef>
                <a:spcPts val="360"/>
              </a:spcBef>
              <a:spcAft>
                <a:spcPts val="0"/>
              </a:spcAft>
              <a:buSzPct val="102417"/>
              <a:buNone/>
            </a:pPr>
            <a:r>
              <a:rPr b="1" lang="en-US" sz="1900"/>
              <a:t>Solution: b. 2.</a:t>
            </a:r>
            <a:endParaRPr sz="1900"/>
          </a:p>
          <a:p>
            <a:pPr indent="0" lvl="0" marL="114300" rtl="0" algn="l">
              <a:lnSpc>
                <a:spcPct val="100000"/>
              </a:lnSpc>
              <a:spcBef>
                <a:spcPts val="360"/>
              </a:spcBef>
              <a:spcAft>
                <a:spcPts val="0"/>
              </a:spcAft>
              <a:buSzPct val="102417"/>
              <a:buNone/>
            </a:pPr>
            <a:r>
              <a:rPr lang="en-US" sz="1900"/>
              <a:t>2.</a:t>
            </a:r>
            <a:r>
              <a:rPr b="1" lang="en-US" sz="1900"/>
              <a:t> Is the statement true about linked list implementation of the Queue?</a:t>
            </a:r>
            <a:endParaRPr sz="1900"/>
          </a:p>
          <a:p>
            <a:pPr indent="-342932" lvl="0" marL="457200" rtl="0" algn="l">
              <a:lnSpc>
                <a:spcPct val="100000"/>
              </a:lnSpc>
              <a:spcBef>
                <a:spcPts val="360"/>
              </a:spcBef>
              <a:spcAft>
                <a:spcPts val="0"/>
              </a:spcAft>
              <a:buClr>
                <a:schemeClr val="dk1"/>
              </a:buClr>
              <a:buSzPct val="102417"/>
              <a:buChar char="•"/>
            </a:pPr>
            <a:r>
              <a:rPr lang="en-US" sz="1900"/>
              <a:t>In a push operation, if new nodes are inserted at the beginning of the linked list, then in pop operation and nodes must be removed from the end.</a:t>
            </a:r>
            <a:endParaRPr sz="1900"/>
          </a:p>
          <a:p>
            <a:pPr indent="-342932" lvl="0" marL="457200" rtl="0" algn="l">
              <a:lnSpc>
                <a:spcPct val="100000"/>
              </a:lnSpc>
              <a:spcBef>
                <a:spcPts val="360"/>
              </a:spcBef>
              <a:spcAft>
                <a:spcPts val="0"/>
              </a:spcAft>
              <a:buClr>
                <a:schemeClr val="dk1"/>
              </a:buClr>
              <a:buSzPct val="102417"/>
              <a:buChar char="•"/>
            </a:pPr>
            <a:r>
              <a:rPr lang="en-US" sz="1900"/>
              <a:t>In a push operation, if new nodes are inserted at the end, then in pop operation, nodes must be removed from the beginning.</a:t>
            </a:r>
            <a:endParaRPr sz="1900"/>
          </a:p>
          <a:p>
            <a:pPr indent="-342932" lvl="0" marL="457200" rtl="0" algn="l">
              <a:lnSpc>
                <a:spcPct val="100000"/>
              </a:lnSpc>
              <a:spcBef>
                <a:spcPts val="360"/>
              </a:spcBef>
              <a:spcAft>
                <a:spcPts val="0"/>
              </a:spcAft>
              <a:buClr>
                <a:schemeClr val="dk1"/>
              </a:buClr>
              <a:buSzPct val="102417"/>
              <a:buChar char="•"/>
            </a:pPr>
            <a:r>
              <a:rPr lang="en-US" sz="1900"/>
              <a:t>Both of the above</a:t>
            </a:r>
            <a:endParaRPr sz="1900"/>
          </a:p>
          <a:p>
            <a:pPr indent="-342932" lvl="0" marL="457200" rtl="0" algn="l">
              <a:lnSpc>
                <a:spcPct val="100000"/>
              </a:lnSpc>
              <a:spcBef>
                <a:spcPts val="360"/>
              </a:spcBef>
              <a:spcAft>
                <a:spcPts val="0"/>
              </a:spcAft>
              <a:buClr>
                <a:schemeClr val="dk1"/>
              </a:buClr>
              <a:buSzPct val="102417"/>
              <a:buChar char="•"/>
            </a:pPr>
            <a:r>
              <a:rPr lang="en-US" sz="1900"/>
              <a:t>None of the above</a:t>
            </a:r>
            <a:endParaRPr sz="1900"/>
          </a:p>
          <a:p>
            <a:pPr indent="0" lvl="0" marL="114300" rtl="0" algn="l">
              <a:lnSpc>
                <a:spcPct val="100000"/>
              </a:lnSpc>
              <a:spcBef>
                <a:spcPts val="360"/>
              </a:spcBef>
              <a:spcAft>
                <a:spcPts val="0"/>
              </a:spcAft>
              <a:buSzPct val="102417"/>
              <a:buNone/>
            </a:pPr>
            <a:r>
              <a:rPr b="1" lang="en-US" sz="1900"/>
              <a:t>Solution: c. Both of the above</a:t>
            </a:r>
            <a:endParaRPr sz="1900"/>
          </a:p>
          <a:p>
            <a:pPr indent="0" lvl="0" marL="114300" rtl="0" algn="l">
              <a:lnSpc>
                <a:spcPct val="100000"/>
              </a:lnSpc>
              <a:spcBef>
                <a:spcPts val="360"/>
              </a:spcBef>
              <a:spcAft>
                <a:spcPts val="0"/>
              </a:spcAft>
              <a:buSzPct val="102417"/>
              <a:buNone/>
            </a:pPr>
            <a:r>
              <a:rPr lang="en-US" sz="1900"/>
              <a:t>As First In First Out order, a queue can be implemented using a linked list in any of the given two ways.</a:t>
            </a:r>
            <a:endParaRPr sz="1900"/>
          </a:p>
          <a:p>
            <a:pPr indent="0" lvl="0" marL="114300" rtl="0" algn="l">
              <a:lnSpc>
                <a:spcPct val="100000"/>
              </a:lnSpc>
              <a:spcBef>
                <a:spcPts val="360"/>
              </a:spcBef>
              <a:spcAft>
                <a:spcPts val="0"/>
              </a:spcAft>
              <a:buSzPct val="80357"/>
              <a:buNone/>
            </a:pPr>
            <a:r>
              <a:t/>
            </a:r>
            <a:endParaRPr/>
          </a:p>
        </p:txBody>
      </p:sp>
      <p:sp>
        <p:nvSpPr>
          <p:cNvPr id="1176" name="Google Shape;1176;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