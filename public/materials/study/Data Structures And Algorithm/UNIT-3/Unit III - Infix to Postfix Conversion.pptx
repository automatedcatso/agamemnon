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Palatino Linotype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X15zhR2rz3fXwq9qX3Ekgu8kI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alatinoLinotyp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alatinoLinotyp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alatinoLinotype-boldItalic.fntdata"/><Relationship Id="rId30" Type="http://schemas.openxmlformats.org/officeDocument/2006/relationships/font" Target="fonts/PalatinoLinotyp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23"/>
          <p:cNvSpPr/>
          <p:nvPr/>
        </p:nvSpPr>
        <p:spPr>
          <a:xfrm>
            <a:off x="10504715" y="230188"/>
            <a:ext cx="1231640" cy="690465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623392" y="908720"/>
            <a:ext cx="11089232" cy="547260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1596008" y="25649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alatino Linotype"/>
              <a:buNone/>
            </a:pPr>
            <a:b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21CSC201J</a:t>
            </a:r>
            <a:b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DATA STRUCTURES AND ALGORITHMS</a:t>
            </a:r>
            <a:b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b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UNIT-3</a:t>
            </a:r>
            <a:b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</a:br>
            <a:r>
              <a:rPr b="1" i="0" lang="en-IN" sz="48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Topic : Infix to Postfix Conversion</a:t>
            </a:r>
            <a:endParaRPr b="1" i="0" sz="48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Notation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228600" lvl="1" marL="1146175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Notation is the common arithmetic and logical formula notation.</a:t>
            </a:r>
            <a:endParaRPr/>
          </a:p>
          <a:p>
            <a:pPr indent="-228600" lvl="1" marL="1146175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 which </a:t>
            </a:r>
            <a:r>
              <a:rPr b="0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operators are written </a:t>
            </a: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infix-style </a:t>
            </a:r>
            <a:r>
              <a:rPr b="0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between the operands</a:t>
            </a: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they act on.</a:t>
            </a:r>
            <a:endParaRPr/>
          </a:p>
          <a:p>
            <a:pPr indent="0" lvl="1" marL="4572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Example: </a:t>
            </a:r>
            <a:r>
              <a:rPr b="0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+ B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Postfix Notation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 Postfix Notation, the </a:t>
            </a:r>
            <a:r>
              <a:rPr b="0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operators </a:t>
            </a: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come</a:t>
            </a:r>
            <a:r>
              <a:rPr b="0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after the operands. 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 example, the infix expression </a:t>
            </a:r>
            <a:r>
              <a:rPr b="0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+ B </a:t>
            </a: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will be written as </a:t>
            </a:r>
            <a:r>
              <a:rPr b="0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AB+</a:t>
            </a: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in its Postfix Notation.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Postfix Notation is also called as </a:t>
            </a:r>
            <a:r>
              <a:rPr b="0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“Reverse Polish Notation”</a:t>
            </a:r>
            <a:endParaRPr/>
          </a:p>
          <a:p>
            <a:pPr indent="0" lvl="1" marL="4572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Conversion from Infix to Postfix Algorithm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Step 1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Scan the Infix expression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from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left to right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for tokens (Operators, operands and Parenthesis) and perform the steps 2 to 5 for each token in the expression.</a:t>
            </a:r>
            <a:endParaRPr/>
          </a:p>
          <a:p>
            <a:pPr indent="0" lvl="1" marL="46355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Step 2</a:t>
            </a:r>
            <a:endParaRPr/>
          </a:p>
          <a:p>
            <a:pPr indent="-342900" lvl="1" marL="12573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token is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operand, Append it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 postfix expression.</a:t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6355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Step 3</a:t>
            </a:r>
            <a:endParaRPr b="1" i="0" sz="2000" u="none" cap="none" strike="noStrike">
              <a:solidFill>
                <a:srgbClr val="0070C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2900" lvl="1" marL="12573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token is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left parenthesis “(“, push it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 stack.</a:t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9144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Conversion from Infix to Postfix Algorithm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Step 4</a:t>
            </a:r>
            <a:endParaRPr/>
          </a:p>
          <a:p>
            <a:pPr indent="0" lvl="1" marL="9144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the token is an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operator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</a:t>
            </a:r>
            <a:endParaRPr/>
          </a:p>
          <a:p>
            <a:pPr indent="-219075" lvl="1" marL="1597025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Pop all the operators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that are of higher or equal precedence than the incoming token and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append them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(in the same order) to the output expression.</a:t>
            </a:r>
            <a:endParaRPr/>
          </a:p>
          <a:p>
            <a:pPr indent="-219075" lvl="1" marL="1597025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After popping out all such operators,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push the new token on the stack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Conversion from Infix to Postfix Algorithm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Step 5</a:t>
            </a:r>
            <a:endParaRPr/>
          </a:p>
          <a:p>
            <a:pPr indent="0" lvl="1" marL="9144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If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“)”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parenthesis is found, </a:t>
            </a:r>
            <a:endParaRPr/>
          </a:p>
          <a:p>
            <a:pPr indent="-219075" lvl="1" marL="1597025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Pop all the operators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from the stack and append them to the output string,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till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you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encounter the opening parenthesis “(“. </a:t>
            </a:r>
            <a:endParaRPr/>
          </a:p>
          <a:p>
            <a:pPr indent="-219075" lvl="1" marL="1597025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Pop the left parenthesis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but don’t append it to the output string (Postfix notation does not have brackets).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26" name="Google Shape;126;p7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Conversion from Infix to Postfix Algorithm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Step 6</a:t>
            </a:r>
            <a:endParaRPr/>
          </a:p>
          <a:p>
            <a:pPr indent="-342900" lvl="1" marL="12573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When all tokens of infix expression have been scanned.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Pop all the elements from the stack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and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append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them to the output string.</a:t>
            </a:r>
            <a:endParaRPr/>
          </a:p>
          <a:p>
            <a:pPr indent="-342900" lvl="1" marL="1257300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output string is the corresponding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postfix notation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Let the infix expression be: 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* (B + C) – D / 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1: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stack is empty and we have only the infix expression</a:t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7728" y="3861048"/>
            <a:ext cx="3600400" cy="2336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39" name="Google Shape;139;p9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Let the infix expression be: 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	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 * (B + C) – D / 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1: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stack is empty and we have only the infix expression</a:t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40" name="Google Shape;1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7728" y="3861048"/>
            <a:ext cx="3600400" cy="2336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2: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first token is operand A. Operands are appended to the output as it is.</a:t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47" name="Google Shape;1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7828" y="3501008"/>
            <a:ext cx="3096344" cy="226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838200" y="1133934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3: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	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Next token is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*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since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stack is empty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it is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pushed into stack</a:t>
            </a:r>
            <a:endParaRPr b="1" i="0" sz="2000" u="none" cap="none" strike="noStrike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54" name="Google Shape;1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791" y="3284984"/>
            <a:ext cx="3352217" cy="25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60" name="Google Shape;160;p12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4: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Next token is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(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precedence of open parenthesis which is maximum.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But when another operator is to come on the top of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‘(‘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then its precedence is least.  </a:t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1744" y="3861048"/>
            <a:ext cx="3168352" cy="252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5: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Next token, B is an operand which will go to the output string</a:t>
            </a:r>
            <a:endParaRPr b="1" i="0" sz="2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5720" y="3140968"/>
            <a:ext cx="3491437" cy="3109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74" name="Google Shape;174;p14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6: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Next token,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+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is an operator, we consider the precedence of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top element in the stack.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‘(‘ . The outgoing precedence of open parenthesis is the least 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So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+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gets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pushed into the stack.</a:t>
            </a:r>
            <a:endParaRPr b="1" i="0" sz="2000" u="none" cap="none" strike="noStrike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75" name="Google Shape;1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5800" y="4221088"/>
            <a:ext cx="2520280" cy="2114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81" name="Google Shape;181;p15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7: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Now token,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is appended to the output</a:t>
            </a:r>
            <a:endParaRPr b="1" i="0" sz="2000" u="none" cap="none" strike="noStrike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82" name="Google Shape;1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5720" y="3356992"/>
            <a:ext cx="3139420" cy="2736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88" name="Google Shape;188;p16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8: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Now token,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)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means that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pop all the elements from stack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and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append them to the output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till we read an opening parenthesis. </a:t>
            </a:r>
            <a:endParaRPr b="1" i="0" sz="2000" u="none" cap="none" strike="noStrike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89" name="Google Shape;1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3050" y="3645024"/>
            <a:ext cx="2801022" cy="259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195" name="Google Shape;195;p17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9: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Now token,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-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is an operator. The precedence of operator on the top of stack ‘*’ is more than that of ‘-’. So we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pop multiply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and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append it to output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 Then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push ‘– ‘ into stack.</a:t>
            </a:r>
            <a:endParaRPr b="1" i="0" sz="2000" u="none" cap="none" strike="noStrike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7768" y="4028558"/>
            <a:ext cx="2736304" cy="2350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02" name="Google Shape;202;p18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10:</a:t>
            </a:r>
            <a:endParaRPr/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Now token,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D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is appended to the output</a:t>
            </a:r>
            <a:endParaRPr b="1" i="0" sz="2000" u="none" cap="none" strike="noStrike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03" name="Google Shape;2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63752" y="3284984"/>
            <a:ext cx="3024336" cy="2684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09" name="Google Shape;209;p19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11:</a:t>
            </a:r>
            <a:endParaRPr b="1" i="0" sz="2000" u="none" cap="none" strike="noStrike">
              <a:solidFill>
                <a:srgbClr val="0070C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Next we insert the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‘/’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operator into the stack because its precedence is more that the minus.</a:t>
            </a:r>
            <a:endParaRPr b="1" i="0" sz="2000" u="none" cap="none" strike="noStrike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1744" y="3789040"/>
            <a:ext cx="2952328" cy="242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16" name="Google Shape;216;p20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12:</a:t>
            </a:r>
            <a:endParaRPr b="1" i="0" sz="2000" u="none" cap="none" strike="noStrike">
              <a:solidFill>
                <a:srgbClr val="0070C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Now token,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, is appended to the output</a:t>
            </a:r>
            <a:endParaRPr b="1" i="0" sz="2000" u="none" cap="none" strike="noStrike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9735" y="3573016"/>
            <a:ext cx="3256553" cy="2448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"/>
          <p:cNvSpPr txBox="1"/>
          <p:nvPr>
            <p:ph type="title"/>
          </p:nvPr>
        </p:nvSpPr>
        <p:spPr>
          <a:xfrm>
            <a:off x="838200" y="305661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Infix to Postfix Conversion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23" name="Google Shape;223;p21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Example</a:t>
            </a:r>
            <a:endParaRPr/>
          </a:p>
          <a:p>
            <a:pPr indent="0" lvl="1" marL="457200" marR="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rPr b="1" i="0" lang="en-IN" sz="2000" u="none" cap="none" strike="noStrike">
                <a:solidFill>
                  <a:srgbClr val="0070C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Stage 13:</a:t>
            </a:r>
            <a:endParaRPr b="1" i="0" sz="2000" u="none" cap="none" strike="noStrike">
              <a:solidFill>
                <a:srgbClr val="0070C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  <a:p>
            <a:pPr indent="-341313" lvl="1" marL="1255713" marR="0" rtl="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The input expression is complete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. So 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pop all the elements from stack </a:t>
            </a:r>
            <a:r>
              <a:rPr b="1" i="0" lang="en-IN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and</a:t>
            </a:r>
            <a:r>
              <a:rPr b="1" i="0" lang="en-IN" sz="2000" u="none" cap="none" strike="noStrike">
                <a:solidFill>
                  <a:srgbClr val="FF0000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append to the output. </a:t>
            </a:r>
            <a:endParaRPr b="1" i="0" sz="2000" u="none" cap="none" strike="noStrike">
              <a:solidFill>
                <a:srgbClr val="FF0000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7728" y="3861048"/>
            <a:ext cx="3893209" cy="2232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type="title"/>
          </p:nvPr>
        </p:nvSpPr>
        <p:spPr>
          <a:xfrm>
            <a:off x="583962" y="3708689"/>
            <a:ext cx="10515600" cy="639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latino Linotype"/>
              <a:buNone/>
            </a:pPr>
            <a:r>
              <a:rPr b="1" i="0" lang="en-IN" sz="4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Thank You</a:t>
            </a:r>
            <a:endParaRPr b="1" i="0" sz="4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230" name="Google Shape;230;p22"/>
          <p:cNvSpPr txBox="1"/>
          <p:nvPr>
            <p:ph idx="1" type="body"/>
          </p:nvPr>
        </p:nvSpPr>
        <p:spPr>
          <a:xfrm>
            <a:off x="551384" y="1412776"/>
            <a:ext cx="10515600" cy="523156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2021-09-01T14:59:53Z</dcterms:created>
  <dc:creator>Priya Milton</dc:creator>
</cp:coreProperties>
</file>