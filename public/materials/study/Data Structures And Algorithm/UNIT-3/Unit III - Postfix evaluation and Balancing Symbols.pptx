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Palatino Linotyp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qUBvwM3V3ZFaV8nyfztwb6sw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1AC55F-F00E-4302-A6A0-7042676F5D7C}">
  <a:tblStyle styleId="{901AC55F-F00E-4302-A6A0-7042676F5D7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slide" Target="slides/slide16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latinoLinotype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alatinoLinotype-italic.fntdata"/><Relationship Id="rId27" Type="http://schemas.openxmlformats.org/officeDocument/2006/relationships/font" Target="fonts/PalatinoLinoty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latinoLinotyp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726029" y="240045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635876" y="1821484"/>
            <a:ext cx="6096000" cy="2862322"/>
          </a:xfrm>
          <a:prstGeom prst="rect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21CSC201J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UNIT-3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Topic :  POSTFIX EVALUATION AND BALANCING SYMBOLS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 b="1" i="0" sz="1800" u="none" cap="none" strike="noStrike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0"/>
            <a:ext cx="2133600" cy="1353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94256" y="347730"/>
            <a:ext cx="8589136" cy="9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FF0000"/>
                </a:solidFill>
              </a:rPr>
              <a:t>Postfix evaluation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580622" y="1465016"/>
            <a:ext cx="10515600" cy="4871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Postfix notation (also known as Reverse Polish Notation) is a way to represent an expression, where operators follow their corresponding operands. Evaluating an expression represented as postfix notation can easily be done using the stack data structure.</a:t>
            </a:r>
            <a:endParaRPr/>
          </a:p>
          <a:p>
            <a:pPr indent="-22860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used in computers because it is faster than other types of notations (such as infix notation) as parentheses are not required to represent them.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Stack data structure is used to efficiently evaluate Postfix Expression.</a:t>
            </a:r>
            <a:endParaRPr/>
          </a:p>
          <a:p>
            <a:pPr indent="-22860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Time and Space complexity for evaluating postfix expression using stack are</a:t>
            </a:r>
            <a:endParaRPr/>
          </a:p>
          <a:p>
            <a:pPr indent="-228600" lvl="1" marL="685800" rtl="0" algn="just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Time complexity - 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28600" lvl="1" marL="685800" rtl="0" algn="just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Space complexity -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10160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0"/>
            <a:ext cx="2133600" cy="1353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body"/>
          </p:nvPr>
        </p:nvSpPr>
        <p:spPr>
          <a:xfrm>
            <a:off x="632138" y="136198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Input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A string consisting of numeric values along with operator symbols (*, /, +, -, etc) is given as the input.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Output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The result obtained by solving the given input is required to be printed.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Examples of Postfix Expression Evaluation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Example 1 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Input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2 3 * 4 5 + * 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Output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54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Example 2 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Input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5 2 3 * * 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Output -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 30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632138" y="534146"/>
            <a:ext cx="30640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Input-Output</a:t>
            </a:r>
            <a:endParaRPr b="1" i="0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0"/>
            <a:ext cx="2133600" cy="1057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306946" y="186744"/>
            <a:ext cx="10515600" cy="772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i="0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for Evaluating Postfix Expression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8185" y="998113"/>
            <a:ext cx="10715223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P is an expression that we want to evaluate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1.Scan P from left to right and repeat steps 2 and 3 for each element pf P until null is encountered.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2.If an operand is encountered, put it on Stack.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3.If an operator © is encountered, then: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Both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the two top elements of STACK, where A is the top element and B is the next to top element.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(b) Evaluate B and A.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(c) Place the result on the STACK.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4.Result equal to the top element on STACK.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5.Exit.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last, stack will consist of a single element .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 the result after evaluating the postfix expression.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0"/>
            <a:ext cx="2133600" cy="1146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619258" y="120427"/>
            <a:ext cx="9136488" cy="768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a Postfix Expression-Psuedocode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735170" y="785611"/>
            <a:ext cx="10515600" cy="6220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Opndstk = the empty stack;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/* scan the input string */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/* element at a time into symb */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While(not end of input)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symb = next imput character;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 if(symb is an operand)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push(opnstk,symb);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else{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/* symb is an operator */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    opnd2= pop(opndstk);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    opnd1=pop(opndstk);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    value=result of applying symb to opnd1 and opnd2;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push(opndstk,value);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       } /* end else */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 /* end while */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Return(opndstk);</a:t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4079" y="66653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562377" y="594455"/>
            <a:ext cx="9689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Suppose we are ask to solve below postfix expression 623+-382/+*2$3+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2111" y="1195607"/>
            <a:ext cx="6467475" cy="4791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6"/>
          <p:cNvGraphicFramePr/>
          <p:nvPr/>
        </p:nvGraphicFramePr>
        <p:xfrm>
          <a:off x="2772111" y="5958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{901AC55F-F00E-4302-A6A0-7042676F5D7C}</a:tableStyleId>
              </a:tblPr>
              <a:tblGrid>
                <a:gridCol w="1293550"/>
                <a:gridCol w="1330600"/>
                <a:gridCol w="1171975"/>
                <a:gridCol w="1300775"/>
                <a:gridCol w="1197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+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5746" y="2083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361680" y="258488"/>
            <a:ext cx="7790647" cy="564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i="0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to evaluate postfix expression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65408" y="822900"/>
            <a:ext cx="1101573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&lt;stdio.h&gt;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#include&lt;math.h&gt;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maxcols 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true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false 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eval(char[]);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pop(struct stack*);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push(struct stack*, double);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empty(struct stack*);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isdigit(char);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oper(int,double,double);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 ) {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expr[maxcols];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position =0;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while((expr[position++]=getchar())!=‘\n’);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expr[--position]=‘\0’;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printf(“\n The original postfix expression is “,expr);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printf(“\n%f”,eval(expr)); }</a:t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1266" y="50167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361680" y="258488"/>
            <a:ext cx="11113395" cy="372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to evaluate postfix expression(Contd…)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61680" y="1119319"/>
            <a:ext cx="5292146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stack{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top;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items[maxcols];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eval(char exp[])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c, position;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double opnd1,opnd2,value;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 stack opndstk;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opndstk=-1;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for(position=0;(c=expr[position])!=‘\0’;position++)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if(isdigi( c ))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operand – convert the character representation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of the digit into double and push it onto the stack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Push(&amp;opndstk, (double)(c-’0’));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332112" y="934653"/>
            <a:ext cx="5452056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operator */ Opnd2= pop(&amp;opndstk); Opnd1=pop(&amp;opndstk); Value=oper(c,opnd1,opnd2);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Push(&amp;opndstk,value);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Return(pop(&amp;opndstk));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/* end eval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isdigit(char symb)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return(symb&gt;=‘0’ &amp;&amp; symb&lt;=‘9’);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1619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/>
        </p:nvSpPr>
        <p:spPr>
          <a:xfrm>
            <a:off x="361680" y="408397"/>
            <a:ext cx="8331559" cy="52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to evaluate postfix expression(Contd…)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41984" y="1521527"/>
            <a:ext cx="60960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oper(int symb, double op1, double op2)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switch(symb)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 ‘+’ : return(op1+op2);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 ‘-’ : return(op1-op2);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 ‘*’ : return(op1*op2);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 ‘/’ : return(op1/op2);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 ‘$’ : return(pow(op1,op2));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default : printf(“ illegal operation”);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exit(1);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/* switch */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/* end oper */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2083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6"/>
            <a:ext cx="10515600" cy="562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838200" y="1482890"/>
            <a:ext cx="9773992" cy="224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postfix notation, the operator appears after the operands.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does not require the use of parentheses and therefore it is faster when compared to other notations.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data structure is used for evaluation of postfix expression efficiently.</a:t>
            </a:r>
            <a:endParaRPr b="0" i="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2083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748048" y="24772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Balancing Symbols</a:t>
            </a:r>
            <a:endParaRPr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2083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838200" y="365126"/>
            <a:ext cx="10515600" cy="562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Balancing Symbols?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57896" y="927280"/>
            <a:ext cx="105156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most important applications of stacks is to check if the parentheses are balanced in a given expression. The compiler generates an error if the parentheses are not matched.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are some of the balanced and unbalanced expressions: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4125" y="2331699"/>
            <a:ext cx="4676775" cy="162877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12"/>
          <p:cNvSpPr/>
          <p:nvPr/>
        </p:nvSpPr>
        <p:spPr>
          <a:xfrm>
            <a:off x="838200" y="4140356"/>
            <a:ext cx="1072702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above mentioned unbalanced expressions: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expression </a:t>
            </a:r>
            <a:r>
              <a:rPr b="1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a + b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unbalanced as there is no closing parenthesis given.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second expression </a:t>
            </a:r>
            <a:r>
              <a:rPr b="1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( c - d * e ] 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unbalanced as the closed round parenthesis is not given.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third expression </a:t>
            </a:r>
            <a:r>
              <a:rPr b="1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[ ( ] ) } </a:t>
            </a: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unbalanced as the nesting of square parenthesis and the round parenthesis are incorrect.</a:t>
            </a:r>
            <a:endParaRPr b="0" i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5746" y="2083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/>
          <p:nvPr/>
        </p:nvSpPr>
        <p:spPr>
          <a:xfrm>
            <a:off x="464712" y="208320"/>
            <a:ext cx="955505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Steps to find whether a given expression is balanced or unbalanced</a:t>
            </a:r>
            <a:endParaRPr b="1" i="0"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580622" y="1247445"/>
            <a:ext cx="10868696" cy="4922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the expression and put it in a character stack.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 the characters from the expression one by one.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scanned character is a starting bracket ( ‘ ( ‘ or ‘ { ‘ or ‘ [ ‘), then push it to the stack.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scanned character is a closing bracket ( ‘ ) ’ or ‘ } ’ or ‘ ] ’ ), then pop from the stack and if the popped character is the equivalent starting bracket, then proceed. Else, the expression is unbalanced.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After scanning all the characters from the expression, if there is any parenthesis found in the stack or if the stack is not empty, then the expression is unbalanced.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Now, let us see a program to check balanced parentheses in the given expression.</a:t>
            </a:r>
            <a:endParaRPr b="0" i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7414" y="152388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446467" y="208320"/>
            <a:ext cx="96505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Let's understand the above algorithm through an example.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Suppose expression is 2 * ( 6 + 5 )</a:t>
            </a:r>
            <a:endParaRPr b="0" i="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390" y="1676072"/>
            <a:ext cx="28384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/>
          <p:nvPr/>
        </p:nvSpPr>
        <p:spPr>
          <a:xfrm>
            <a:off x="860737" y="3212290"/>
            <a:ext cx="11028609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Solution: 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the x variable is initialized by 0. 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scanning starts from the variable '2', when it encounters '(' then the 'x' variable gets incremented by 1 and when the x reaches to the last symbol of the expression, i.e., ')' then the 'x' variable gets decremented by 1 and it's final value becomes 0. 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learnt in the above algorithm that if x is equal to 0 means the expression is balanced;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Noto Sans Symbols"/>
              <a:buChar char="⮚"/>
            </a:pPr>
            <a:r>
              <a:rPr b="0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above expression is a balanced expression.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5746" y="20832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541986" y="171942"/>
            <a:ext cx="10515600" cy="524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Code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768440" y="864086"/>
            <a:ext cx="5078568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#include&lt;stdio.h&gt;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#include&lt;stdlib.h&gt;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#include&lt;string.h&gt;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#define MAX 20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 stack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 stk[MAX];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top;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}s;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void push(char item)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(s.top == (MAX - 1))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printf ("Stack is Full\n");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s.top = s.top + 1; // Push the char and increment top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s.stk[s.top] = item;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6679842" y="864086"/>
            <a:ext cx="5014175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void pop()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(s.top == - 1)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printf ("Stack is Empty\n");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s.top = s.top - 1; // Pop the char and decrement top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 exp[MAX];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i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s.top = -1;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printf("\nINPUT THE EXPRESSION 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scanf("%s", exp);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746" y="0"/>
            <a:ext cx="2133600" cy="77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/>
          <p:nvPr/>
        </p:nvSpPr>
        <p:spPr>
          <a:xfrm>
            <a:off x="639651" y="744861"/>
            <a:ext cx="609600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 = 0;i &lt; strlen(exp);i++)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if(exp[i] == '(' || exp[i] == '[' || exp[i] == '{')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push(exp[i]); // Push the open bracket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if(exp[i] == ')' || exp[i] == ']' || exp[i] == '}') // If a closed bracket is encountered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if(exp[i] == ')')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if(s.stk[s.top] == '(')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pop(); // Pop the stack until closed bracket is found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printf("\nUNBALANCED EXPRESSION\n");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}}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0877" y="1187606"/>
            <a:ext cx="4810125" cy="322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5746" y="133305"/>
            <a:ext cx="2133600" cy="77273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>
            <p:ph type="title"/>
          </p:nvPr>
        </p:nvSpPr>
        <p:spPr>
          <a:xfrm>
            <a:off x="405685" y="208320"/>
            <a:ext cx="6563931" cy="524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Code (Contd…)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2023-08-19T08:54:01Z</dcterms:created>
  <dc:creator>DEEN</dc:creator>
</cp:coreProperties>
</file>